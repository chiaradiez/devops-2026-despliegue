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e8ba2bd0bd4283" /><Relationship Type="http://schemas.openxmlformats.org/officeDocument/2006/relationships/extended-properties" Target="/docProps/app.xml" Id="Rf7372a82fbfe4168" /><Relationship Type="http://schemas.openxmlformats.org/officeDocument/2006/relationships/officeDocument" Target="/ppt/presentation.xml" Id="R20d65790208d4d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6dbf3ec8f94786"/>
  </p:sldMasterIdLst>
  <p:notesMasterIdLst>
    <p:notesMasterId xmlns:r="http://schemas.openxmlformats.org/officeDocument/2006/relationships" r:id="R606f94e666184624"/>
  </p:notesMasterIdLst>
  <p:sldIdLst>
    <p:sldId xmlns:r="http://schemas.openxmlformats.org/officeDocument/2006/relationships" id="256" r:id="R072b51f0a876418e"/>
    <p:sldId xmlns:r="http://schemas.openxmlformats.org/officeDocument/2006/relationships" id="257" r:id="Rbc981087d7a44d5a"/>
    <p:sldId xmlns:r="http://schemas.openxmlformats.org/officeDocument/2006/relationships" id="258" r:id="R7a43ff91757346ad"/>
    <p:sldId xmlns:r="http://schemas.openxmlformats.org/officeDocument/2006/relationships" id="259" r:id="R5a7a1cb3dce5489f"/>
    <p:sldId xmlns:r="http://schemas.openxmlformats.org/officeDocument/2006/relationships" id="260" r:id="R09b22f4d71c043a7"/>
    <p:sldId xmlns:r="http://schemas.openxmlformats.org/officeDocument/2006/relationships" id="261" r:id="R317b5cba51b3467e"/>
    <p:sldId xmlns:r="http://schemas.openxmlformats.org/officeDocument/2006/relationships" id="262" r:id="R4d3f425161e64444"/>
    <p:sldId xmlns:r="http://schemas.openxmlformats.org/officeDocument/2006/relationships" id="263" r:id="R67a9f3366e904c91"/>
    <p:sldId xmlns:r="http://schemas.openxmlformats.org/officeDocument/2006/relationships" id="264" r:id="Rce7cdff255fd49ed"/>
    <p:sldId xmlns:r="http://schemas.openxmlformats.org/officeDocument/2006/relationships" id="265" r:id="R8a75112da27043d2"/>
    <p:sldId xmlns:r="http://schemas.openxmlformats.org/officeDocument/2006/relationships" id="266" r:id="R1289d2f85c48417c"/>
    <p:sldId xmlns:r="http://schemas.openxmlformats.org/officeDocument/2006/relationships" id="267" r:id="R8c155ca2c1b547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cdb45ca8944b1f" /><Relationship Type="http://schemas.openxmlformats.org/officeDocument/2006/relationships/slideMaster" Target="/ppt/slideMasters/slideMaster1.xml" Id="Rdd6dbf3ec8f94786" /><Relationship Type="http://schemas.openxmlformats.org/officeDocument/2006/relationships/notesMaster" Target="/ppt/notesMasters/notesMaster1.xml" Id="R606f94e666184624" /><Relationship Type="http://schemas.openxmlformats.org/officeDocument/2006/relationships/presProps" Target="/ppt/presProps.xml" Id="Rb1c2db893cd944da" /><Relationship Type="http://schemas.openxmlformats.org/officeDocument/2006/relationships/tableStyles" Target="/ppt/tableStyles.xml" Id="R0e556a35064b4f24" /><Relationship Type="http://schemas.openxmlformats.org/officeDocument/2006/relationships/slide" Target="/ppt/slides/slide1.xml" Id="R072b51f0a876418e" /><Relationship Type="http://schemas.openxmlformats.org/officeDocument/2006/relationships/slide" Target="/ppt/slides/slide2.xml" Id="Rbc981087d7a44d5a" /><Relationship Type="http://schemas.openxmlformats.org/officeDocument/2006/relationships/slide" Target="/ppt/slides/slide3.xml" Id="R7a43ff91757346ad" /><Relationship Type="http://schemas.openxmlformats.org/officeDocument/2006/relationships/slide" Target="/ppt/slides/slide4.xml" Id="R5a7a1cb3dce5489f" /><Relationship Type="http://schemas.openxmlformats.org/officeDocument/2006/relationships/slide" Target="/ppt/slides/slide5.xml" Id="R09b22f4d71c043a7" /><Relationship Type="http://schemas.openxmlformats.org/officeDocument/2006/relationships/slide" Target="/ppt/slides/slide6.xml" Id="R317b5cba51b3467e" /><Relationship Type="http://schemas.openxmlformats.org/officeDocument/2006/relationships/slide" Target="/ppt/slides/slide7.xml" Id="R4d3f425161e64444" /><Relationship Type="http://schemas.openxmlformats.org/officeDocument/2006/relationships/slide" Target="/ppt/slides/slide8.xml" Id="R67a9f3366e904c91" /><Relationship Type="http://schemas.openxmlformats.org/officeDocument/2006/relationships/slide" Target="/ppt/slides/slide9.xml" Id="Rce7cdff255fd49ed" /><Relationship Type="http://schemas.openxmlformats.org/officeDocument/2006/relationships/slide" Target="/ppt/slides/slide10.xml" Id="R8a75112da27043d2" /><Relationship Type="http://schemas.openxmlformats.org/officeDocument/2006/relationships/slide" Target="/ppt/slides/slide11.xml" Id="R1289d2f85c48417c" /><Relationship Type="http://schemas.openxmlformats.org/officeDocument/2006/relationships/slide" Target="/ppt/slides/slide12.xml" Id="R8c155ca2c1b547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daeb6f243d45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f12b7a78b4458d" /><Relationship Type="http://schemas.openxmlformats.org/officeDocument/2006/relationships/notesMaster" Target="/ppt/notesMasters/notesMaster1.xml" Id="R802dae83718e43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8259c4a6ba4902" /><Relationship Type="http://schemas.openxmlformats.org/officeDocument/2006/relationships/notesMaster" Target="/ppt/notesMasters/notesMaster1.xml" Id="R7d68084a87ce46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261138dbeb43da" /><Relationship Type="http://schemas.openxmlformats.org/officeDocument/2006/relationships/notesMaster" Target="/ppt/notesMasters/notesMaster1.xml" Id="R9ab78aca78d347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bcb0fc139b4420" /><Relationship Type="http://schemas.openxmlformats.org/officeDocument/2006/relationships/notesMaster" Target="/ppt/notesMasters/notesMaster1.xml" Id="Re125a181594247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bbc6c85ca94899" /><Relationship Type="http://schemas.openxmlformats.org/officeDocument/2006/relationships/notesMaster" Target="/ppt/notesMasters/notesMaster1.xml" Id="R7bc05bec60c34e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10c16f8b324eb1" /><Relationship Type="http://schemas.openxmlformats.org/officeDocument/2006/relationships/notesMaster" Target="/ppt/notesMasters/notesMaster1.xml" Id="R201e84a03afd43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321a66f9cf4dc1" /><Relationship Type="http://schemas.openxmlformats.org/officeDocument/2006/relationships/notesMaster" Target="/ppt/notesMasters/notesMaster1.xml" Id="R3537d027ff314d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e06f101a2a4be6" /><Relationship Type="http://schemas.openxmlformats.org/officeDocument/2006/relationships/notesMaster" Target="/ppt/notesMasters/notesMaster1.xml" Id="R55f087b0609348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6870b5cfeb4237" /><Relationship Type="http://schemas.openxmlformats.org/officeDocument/2006/relationships/notesMaster" Target="/ppt/notesMasters/notesMaster1.xml" Id="R5427633d86ad47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a85737fe254db7" /><Relationship Type="http://schemas.openxmlformats.org/officeDocument/2006/relationships/notesMaster" Target="/ppt/notesMasters/notesMaster1.xml" Id="Re4085b700b7742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e72a5348414f63" /><Relationship Type="http://schemas.openxmlformats.org/officeDocument/2006/relationships/notesMaster" Target="/ppt/notesMasters/notesMaster1.xml" Id="Red21fa42ad8647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7307c35d07472d" /><Relationship Type="http://schemas.openxmlformats.org/officeDocument/2006/relationships/notesMaster" Target="/ppt/notesMasters/notesMaster1.xml" Id="R2d32f3d558c144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CoffeeQueue como una aplicación web existente que el equipo evoluciona con prácticas DevOps. Anticipar los cinco frentes del trabajo.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flujo actual. Nginx separa el tráfico del frontend y de la API. La API es la única capa que accede a Redis.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Relacionar cada frente con un entregable concreto. Todos parten de la misma aplicación y deben integrarse sin romper el flujo de pedidos.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Definir Canary. Recorrer los cuatro perfiles y destacar que el rollback cambia el enrutamiento, no los datos ni la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balanceo se aplica al frontend. La ruta /api/ evita el upstream Canary y llega a un backend compartido. La cabecera identifica el upstream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los resultados medidos. El script lee X-App-Version, cuenta respuestas, valida la etiqueta V2 y comprueba la API compartida.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la diferencia entre desplegar código y habilitar una función. Esta rama todavía no contiene la implementación del compañero.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flujo plan y apply. No afirmar qué proveedor o recursos se crearon: esta rama no contiene archivos Terraform.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Distinguir pruebas unitarias, HTTP e integración con Redis. El test Canary verifica distribución, cabeceras, HTML y acceso a la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el pipeline real de GitHub Actions. Las pruebas deben pasar antes del build. CodeQL corre en paralelo. Canary no modifica producción.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esta diapositiva como guía de exposición. Mostrar comandos ya preparados y mencionar la limitación de afinidad de sesión.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diferenciando lo verificado de lo pendiente. La integración final debe ejecutarse sobre main cuando los otros frentes estén disponibles.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fe7f2d924f4a3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cbe484f115445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510b2677f34a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2e2351d97a43f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3ee6bb00ee43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9fe3bf860647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90870F-BDDA-4A1F-A76D-1D73331C59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3421D8-2A07-4C15-9B11-B91241D44A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DBBB86E-D8D6-477D-8800-EA2227139A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6100A2-44FD-4FD0-8E0D-DFF7287A13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5D68315-5320-4FA7-92B3-2F3F2C0B11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B429521-E107-4D89-B108-D2A06241C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772717-A586-405B-9105-FB2D5C869E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A9BFDAF-25C4-4CBA-91ED-79D755D31A0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AC643A-BD5E-4608-871D-2539DAF4B9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48008E-18A8-42F2-BDC4-1755326C51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01ea00fb9d49a1" /><Relationship Type="http://schemas.openxmlformats.org/officeDocument/2006/relationships/slideLayout" Target="/ppt/slideLayouts/slideLayout1.xml" Id="R33a4c6b303e040f6" /><Relationship Type="http://schemas.openxmlformats.org/officeDocument/2006/relationships/slideLayout" Target="/ppt/slideLayouts/slideLayout2.xml" Id="R92c8c14c01184acb" /><Relationship Type="http://schemas.openxmlformats.org/officeDocument/2006/relationships/slideLayout" Target="/ppt/slideLayouts/slideLayout3.xml" Id="R2f23605cedc94dc8" /><Relationship Type="http://schemas.openxmlformats.org/officeDocument/2006/relationships/slideLayout" Target="/ppt/slideLayouts/slideLayout4.xml" Id="Rd2db1b91e5a04a58" /><Relationship Type="http://schemas.openxmlformats.org/officeDocument/2006/relationships/slideLayout" Target="/ppt/slideLayouts/slideLayout5.xml" Id="R59fcad2d4c8c4ea5" /><Relationship Type="http://schemas.openxmlformats.org/officeDocument/2006/relationships/slideLayout" Target="/ppt/slideLayouts/slideLayout6.xml" Id="R03e628e1164b4f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a4c6b303e040f6"/>
    <p:sldLayoutId xmlns:r="http://schemas.openxmlformats.org/officeDocument/2006/relationships" id="2147483650" r:id="R92c8c14c01184acb"/>
    <p:sldLayoutId xmlns:r="http://schemas.openxmlformats.org/officeDocument/2006/relationships" id="2147483651" r:id="R2f23605cedc94dc8"/>
    <p:sldLayoutId xmlns:r="http://schemas.openxmlformats.org/officeDocument/2006/relationships" id="2147483652" r:id="Rd2db1b91e5a04a58"/>
    <p:sldLayoutId xmlns:r="http://schemas.openxmlformats.org/officeDocument/2006/relationships" id="2147483653" r:id="R59fcad2d4c8c4ea5"/>
    <p:sldLayoutId xmlns:r="http://schemas.openxmlformats.org/officeDocument/2006/relationships" id="2147483654" r:id="R03e628e1164b4f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b8cd842b1f4f82" /><Relationship Type="http://schemas.openxmlformats.org/officeDocument/2006/relationships/notesSlide" Target="/ppt/notesSlides/notesSlide1.xml" Id="R80aaede4a20b4a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143db0ef7242b9" /><Relationship Type="http://schemas.openxmlformats.org/officeDocument/2006/relationships/notesSlide" Target="/ppt/notesSlides/notesSlide2.xml" Id="R8e01adbb00e046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433e1a924e47b9" /><Relationship Type="http://schemas.openxmlformats.org/officeDocument/2006/relationships/notesSlide" Target="/ppt/notesSlides/notesSlide3.xml" Id="Rda566d5ab37043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edce85415442fe" /><Relationship Type="http://schemas.openxmlformats.org/officeDocument/2006/relationships/notesSlide" Target="/ppt/notesSlides/notesSlide4.xml" Id="R41cf797abb1f41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8cba69388d4c52" /><Relationship Type="http://schemas.openxmlformats.org/officeDocument/2006/relationships/notesSlide" Target="/ppt/notesSlides/notesSlide5.xml" Id="Rf447269b30af43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11d8c363294cbb" /><Relationship Type="http://schemas.openxmlformats.org/officeDocument/2006/relationships/notesSlide" Target="/ppt/notesSlides/notesSlide6.xml" Id="R1157412f0fdf47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3107c6e851466a" /><Relationship Type="http://schemas.openxmlformats.org/officeDocument/2006/relationships/notesSlide" Target="/ppt/notesSlides/notesSlide7.xml" Id="R0ba3c2cf96794a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4f7f39da654780" /><Relationship Type="http://schemas.openxmlformats.org/officeDocument/2006/relationships/notesSlide" Target="/ppt/notesSlides/notesSlide8.xml" Id="R355b88e746e144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ac4dfe76a64d81" /><Relationship Type="http://schemas.openxmlformats.org/officeDocument/2006/relationships/notesSlide" Target="/ppt/notesSlides/notesSlide9.xml" Id="Ra9cd63eff42f40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cf736aa7404c83" /><Relationship Type="http://schemas.openxmlformats.org/officeDocument/2006/relationships/notesSlide" Target="/ppt/notesSlides/notesSlide10.xml" Id="Rc328113b551f41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339ea6f6004fec" /><Relationship Type="http://schemas.openxmlformats.org/officeDocument/2006/relationships/notesSlide" Target="/ppt/notesSlides/notesSlide11.xml" Id="R6a2fa15ba77d4f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dd89c9f31c4fc6" /><Relationship Type="http://schemas.openxmlformats.org/officeDocument/2006/relationships/notesSlide" Target="/ppt/notesSlides/notesSlide12.xml" Id="R76e5cca8175b4d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93E679-C389-4DAA-9C5E-EAD85215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09F24-FABD-474F-95E1-7043827F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C47A45"/>
                </a:solidFill>
              </a:defRPr>
            </a:defPPr>
            <a:lvl1pPr algn="l">
              <a:defRPr sz="1125" b="1">
                <a:solidFill>
                  <a:srgbClr val="C47A45"/>
                </a:solidFill>
              </a:defRPr>
            </a:lvl1pPr>
            <a:lvl2pPr algn="l">
              <a:defRPr sz="1125" b="1">
                <a:solidFill>
                  <a:srgbClr val="C47A45"/>
                </a:solidFill>
              </a:defRPr>
            </a:lvl2pPr>
            <a:lvl3pPr algn="l">
              <a:defRPr sz="1125" b="1">
                <a:solidFill>
                  <a:srgbClr val="C47A45"/>
                </a:solidFill>
              </a:defRPr>
            </a:lvl3pPr>
            <a:lvl4pPr algn="l">
              <a:defRPr sz="1125" b="1">
                <a:solidFill>
                  <a:srgbClr val="C47A45"/>
                </a:solidFill>
              </a:defRPr>
            </a:lvl4pPr>
            <a:lvl5pPr algn="l">
              <a:defRPr sz="1125" b="1">
                <a:solidFill>
                  <a:srgbClr val="C47A45"/>
                </a:solidFill>
              </a:defRPr>
            </a:lvl5pPr>
            <a:lvl6pPr algn="l">
              <a:defRPr sz="1125" b="1">
                <a:solidFill>
                  <a:srgbClr val="C47A45"/>
                </a:solidFill>
              </a:defRPr>
            </a:lvl6pPr>
            <a:lvl7pPr algn="l">
              <a:defRPr sz="1125" b="1">
                <a:solidFill>
                  <a:srgbClr val="C47A45"/>
                </a:solidFill>
              </a:defRPr>
            </a:lvl7pPr>
            <a:lvl8pPr algn="l">
              <a:defRPr sz="1125" b="1">
                <a:solidFill>
                  <a:srgbClr val="C47A45"/>
                </a:solidFill>
              </a:defRPr>
            </a:lvl8pPr>
            <a:lvl9pPr algn="l">
              <a:defRPr sz="1125" b="1">
                <a:solidFill>
                  <a:srgbClr val="C47A45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C47A45"/>
                </a:solidFill>
              </a:defRPr>
            </a:pPr>
            <a:r>
              <a:rPr sz="1125" b="1">
                <a:solidFill>
                  <a:srgbClr val="C47A45"/>
                </a:solidFill>
              </a:rPr>
              <a:t>TRABAJO PRÁCTICO · DEVOPS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97B41-F51D-44B2-B3BE-FD0FFEC0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7620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100" b="1">
                <a:solidFill>
                  <a:srgbClr val="FFFDFC"/>
                </a:solidFill>
              </a:defRPr>
            </a:defPPr>
            <a:lvl1pPr algn="l">
              <a:defRPr sz="5100" b="1">
                <a:solidFill>
                  <a:srgbClr val="FFFDFC"/>
                </a:solidFill>
              </a:defRPr>
            </a:lvl1pPr>
            <a:lvl2pPr algn="l">
              <a:defRPr sz="5100" b="1">
                <a:solidFill>
                  <a:srgbClr val="FFFDFC"/>
                </a:solidFill>
              </a:defRPr>
            </a:lvl2pPr>
            <a:lvl3pPr algn="l">
              <a:defRPr sz="5100" b="1">
                <a:solidFill>
                  <a:srgbClr val="FFFDFC"/>
                </a:solidFill>
              </a:defRPr>
            </a:lvl3pPr>
            <a:lvl4pPr algn="l">
              <a:defRPr sz="5100" b="1">
                <a:solidFill>
                  <a:srgbClr val="FFFDFC"/>
                </a:solidFill>
              </a:defRPr>
            </a:lvl4pPr>
            <a:lvl5pPr algn="l">
              <a:defRPr sz="5100" b="1">
                <a:solidFill>
                  <a:srgbClr val="FFFDFC"/>
                </a:solidFill>
              </a:defRPr>
            </a:lvl5pPr>
            <a:lvl6pPr algn="l">
              <a:defRPr sz="5100" b="1">
                <a:solidFill>
                  <a:srgbClr val="FFFDFC"/>
                </a:solidFill>
              </a:defRPr>
            </a:lvl6pPr>
            <a:lvl7pPr algn="l">
              <a:defRPr sz="5100" b="1">
                <a:solidFill>
                  <a:srgbClr val="FFFDFC"/>
                </a:solidFill>
              </a:defRPr>
            </a:lvl7pPr>
            <a:lvl8pPr algn="l">
              <a:defRPr sz="5100" b="1">
                <a:solidFill>
                  <a:srgbClr val="FFFDFC"/>
                </a:solidFill>
              </a:defRPr>
            </a:lvl8pPr>
            <a:lvl9pPr algn="l">
              <a:defRPr sz="5100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5100" b="1">
                <a:solidFill>
                  <a:srgbClr val="FFFDFC"/>
                </a:solidFill>
              </a:defRPr>
            </a:pPr>
            <a:r>
              <a:rPr sz="5100" b="1">
                <a:solidFill>
                  <a:srgbClr val="FFFDFC"/>
                </a:solidFill>
              </a:rPr>
              <a:t>CoffeeQueue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AFF9B-F152-4D60-92DE-4C46C009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8620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0">
                <a:solidFill>
                  <a:srgbClr val="F4E8D8"/>
                </a:solidFill>
              </a:defRPr>
            </a:defPPr>
            <a:lvl1pPr algn="l">
              <a:defRPr sz="2400" b="0">
                <a:solidFill>
                  <a:srgbClr val="F4E8D8"/>
                </a:solidFill>
              </a:defRPr>
            </a:lvl1pPr>
            <a:lvl2pPr algn="l">
              <a:defRPr sz="2400" b="0">
                <a:solidFill>
                  <a:srgbClr val="F4E8D8"/>
                </a:solidFill>
              </a:defRPr>
            </a:lvl2pPr>
            <a:lvl3pPr algn="l">
              <a:defRPr sz="2400" b="0">
                <a:solidFill>
                  <a:srgbClr val="F4E8D8"/>
                </a:solidFill>
              </a:defRPr>
            </a:lvl3pPr>
            <a:lvl4pPr algn="l">
              <a:defRPr sz="2400" b="0">
                <a:solidFill>
                  <a:srgbClr val="F4E8D8"/>
                </a:solidFill>
              </a:defRPr>
            </a:lvl4pPr>
            <a:lvl5pPr algn="l">
              <a:defRPr sz="2400" b="0">
                <a:solidFill>
                  <a:srgbClr val="F4E8D8"/>
                </a:solidFill>
              </a:defRPr>
            </a:lvl5pPr>
            <a:lvl6pPr algn="l">
              <a:defRPr sz="2400" b="0">
                <a:solidFill>
                  <a:srgbClr val="F4E8D8"/>
                </a:solidFill>
              </a:defRPr>
            </a:lvl6pPr>
            <a:lvl7pPr algn="l">
              <a:defRPr sz="2400" b="0">
                <a:solidFill>
                  <a:srgbClr val="F4E8D8"/>
                </a:solidFill>
              </a:defRPr>
            </a:lvl7pPr>
            <a:lvl8pPr algn="l">
              <a:defRPr sz="2400" b="0">
                <a:solidFill>
                  <a:srgbClr val="F4E8D8"/>
                </a:solidFill>
              </a:defRPr>
            </a:lvl8pPr>
            <a:lvl9pPr algn="l">
              <a:defRPr sz="2400" b="0">
                <a:solidFill>
                  <a:srgbClr val="F4E8D8"/>
                </a:solidFill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F4E8D8"/>
                </a:solidFill>
              </a:defRPr>
            </a:pPr>
            <a:r>
              <a:rPr sz="2400" b="0">
                <a:solidFill>
                  <a:srgbClr val="F4E8D8"/>
                </a:solidFill>
              </a:rPr>
              <a:t>Evolución de despliegue, infraestructura y calidad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57FE2-576D-4786-906E-E269B047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F7859-1B6B-4E1A-B674-905EF54D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B9ADA2"/>
                </a:solidFill>
              </a:defRPr>
            </a:defPPr>
            <a:lvl1pPr algn="l">
              <a:defRPr sz="1650" b="0">
                <a:solidFill>
                  <a:srgbClr val="B9ADA2"/>
                </a:solidFill>
              </a:defRPr>
            </a:lvl1pPr>
            <a:lvl2pPr algn="l">
              <a:defRPr sz="1650" b="0">
                <a:solidFill>
                  <a:srgbClr val="B9ADA2"/>
                </a:solidFill>
              </a:defRPr>
            </a:lvl2pPr>
            <a:lvl3pPr algn="l">
              <a:defRPr sz="1650" b="0">
                <a:solidFill>
                  <a:srgbClr val="B9ADA2"/>
                </a:solidFill>
              </a:defRPr>
            </a:lvl3pPr>
            <a:lvl4pPr algn="l">
              <a:defRPr sz="1650" b="0">
                <a:solidFill>
                  <a:srgbClr val="B9ADA2"/>
                </a:solidFill>
              </a:defRPr>
            </a:lvl4pPr>
            <a:lvl5pPr algn="l">
              <a:defRPr sz="1650" b="0">
                <a:solidFill>
                  <a:srgbClr val="B9ADA2"/>
                </a:solidFill>
              </a:defRPr>
            </a:lvl5pPr>
            <a:lvl6pPr algn="l">
              <a:defRPr sz="1650" b="0">
                <a:solidFill>
                  <a:srgbClr val="B9ADA2"/>
                </a:solidFill>
              </a:defRPr>
            </a:lvl6pPr>
            <a:lvl7pPr algn="l">
              <a:defRPr sz="1650" b="0">
                <a:solidFill>
                  <a:srgbClr val="B9ADA2"/>
                </a:solidFill>
              </a:defRPr>
            </a:lvl7pPr>
            <a:lvl8pPr algn="l">
              <a:defRPr sz="1650" b="0">
                <a:solidFill>
                  <a:srgbClr val="B9ADA2"/>
                </a:solidFill>
              </a:defRPr>
            </a:lvl8pPr>
            <a:lvl9pPr algn="l">
              <a:defRPr sz="1650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B9ADA2"/>
                </a:solidFill>
              </a:defRPr>
            </a:pPr>
            <a:r>
              <a:rPr sz="1650" b="0">
                <a:solidFill>
                  <a:srgbClr val="B9ADA2"/>
                </a:solidFill>
              </a:rPr>
              <a:t>Canary Deployment · Feature Flags · Terraform</a:t>
            </a:r>
          </a:p>
          <a:p xmlns:a="http://schemas.openxmlformats.org/drawingml/2006/main">
            <a:pPr algn="l">
              <a:defRPr sz="1650" b="0">
                <a:solidFill>
                  <a:srgbClr val="B9ADA2"/>
                </a:solidFill>
              </a:defRPr>
            </a:pPr>
            <a:r>
              <a:rPr sz="1650" b="0">
                <a:solidFill>
                  <a:srgbClr val="B9ADA2"/>
                </a:solidFill>
              </a:rPr>
              <a:t>Integración, testing y documentación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04FE6-F4BA-4C2B-8E45-E44DB14A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ADA2"/>
                </a:solidFill>
              </a:defRPr>
            </a:defPPr>
            <a:lvl1pPr algn="l">
              <a:defRPr sz="1125" b="0">
                <a:solidFill>
                  <a:srgbClr val="B9ADA2"/>
                </a:solidFill>
              </a:defRPr>
            </a:lvl1pPr>
            <a:lvl2pPr algn="l">
              <a:defRPr sz="1125" b="0">
                <a:solidFill>
                  <a:srgbClr val="B9ADA2"/>
                </a:solidFill>
              </a:defRPr>
            </a:lvl2pPr>
            <a:lvl3pPr algn="l">
              <a:defRPr sz="1125" b="0">
                <a:solidFill>
                  <a:srgbClr val="B9ADA2"/>
                </a:solidFill>
              </a:defRPr>
            </a:lvl3pPr>
            <a:lvl4pPr algn="l">
              <a:defRPr sz="1125" b="0">
                <a:solidFill>
                  <a:srgbClr val="B9ADA2"/>
                </a:solidFill>
              </a:defRPr>
            </a:lvl4pPr>
            <a:lvl5pPr algn="l">
              <a:defRPr sz="1125" b="0">
                <a:solidFill>
                  <a:srgbClr val="B9ADA2"/>
                </a:solidFill>
              </a:defRPr>
            </a:lvl5pPr>
            <a:lvl6pPr algn="l">
              <a:defRPr sz="1125" b="0">
                <a:solidFill>
                  <a:srgbClr val="B9ADA2"/>
                </a:solidFill>
              </a:defRPr>
            </a:lvl6pPr>
            <a:lvl7pPr algn="l">
              <a:defRPr sz="1125" b="0">
                <a:solidFill>
                  <a:srgbClr val="B9ADA2"/>
                </a:solidFill>
              </a:defRPr>
            </a:lvl7pPr>
            <a:lvl8pPr algn="l">
              <a:defRPr sz="1125" b="0">
                <a:solidFill>
                  <a:srgbClr val="B9ADA2"/>
                </a:solidFill>
              </a:defRPr>
            </a:lvl8pPr>
            <a:lvl9pPr algn="l">
              <a:defRPr sz="11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ADA2"/>
                </a:solidFill>
              </a:defRPr>
            </a:pPr>
            <a:r>
              <a:rPr sz="1125" b="0">
                <a:solidFill>
                  <a:srgbClr val="B9ADA2"/>
                </a:solidFill>
              </a:rPr>
              <a:t>Ingeniería · 2026</a:t>
            </a:r>
          </a:p>
        </p:txBody>
      </p:sp>
    </p:spTree>
    <p:extLst>
      <p:ext uri="{BB962C8B-B14F-4D97-AF65-F5344CB8AC3E}">
        <p14:creationId xmlns:p14="http://schemas.microsoft.com/office/powerpoint/2010/main" val="3897414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7B455DD-3414-40ED-8ED7-139B7F88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C47A45"/>
                </a:solidFill>
              </a:defRPr>
            </a:defPPr>
            <a:lvl1pPr algn="l">
              <a:defRPr sz="1050" b="1">
                <a:solidFill>
                  <a:srgbClr val="C47A45"/>
                </a:solidFill>
              </a:defRPr>
            </a:lvl1pPr>
            <a:lvl2pPr algn="l">
              <a:defRPr sz="1050" b="1">
                <a:solidFill>
                  <a:srgbClr val="C47A45"/>
                </a:solidFill>
              </a:defRPr>
            </a:lvl2pPr>
            <a:lvl3pPr algn="l">
              <a:defRPr sz="1050" b="1">
                <a:solidFill>
                  <a:srgbClr val="C47A45"/>
                </a:solidFill>
              </a:defRPr>
            </a:lvl3pPr>
            <a:lvl4pPr algn="l">
              <a:defRPr sz="1050" b="1">
                <a:solidFill>
                  <a:srgbClr val="C47A45"/>
                </a:solidFill>
              </a:defRPr>
            </a:lvl4pPr>
            <a:lvl5pPr algn="l">
              <a:defRPr sz="1050" b="1">
                <a:solidFill>
                  <a:srgbClr val="C47A45"/>
                </a:solidFill>
              </a:defRPr>
            </a:lvl5pPr>
            <a:lvl6pPr algn="l">
              <a:defRPr sz="1050" b="1">
                <a:solidFill>
                  <a:srgbClr val="C47A45"/>
                </a:solidFill>
              </a:defRPr>
            </a:lvl6pPr>
            <a:lvl7pPr algn="l">
              <a:defRPr sz="1050" b="1">
                <a:solidFill>
                  <a:srgbClr val="C47A45"/>
                </a:solidFill>
              </a:defRPr>
            </a:lvl7pPr>
            <a:lvl8pPr algn="l">
              <a:defRPr sz="1050" b="1">
                <a:solidFill>
                  <a:srgbClr val="C47A45"/>
                </a:solidFill>
              </a:defRPr>
            </a:lvl8pPr>
            <a:lvl9pPr algn="l">
              <a:defRPr sz="1050" b="1">
                <a:solidFill>
                  <a:srgbClr val="C47A4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C47A45"/>
                </a:solidFill>
              </a:defRPr>
            </a:pPr>
            <a:r>
              <a:rPr sz="1050" b="1">
                <a:solidFill>
                  <a:srgbClr val="C47A45"/>
                </a:solidFill>
              </a:rPr>
              <a:t>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08718-B07F-4444-B795-D4AA7656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FFFDFC"/>
                </a:solidFill>
              </a:defRPr>
            </a:defPPr>
            <a:lvl1pPr algn="l">
              <a:defRPr sz="3150" b="1">
                <a:solidFill>
                  <a:srgbClr val="FFFDFC"/>
                </a:solidFill>
              </a:defRPr>
            </a:lvl1pPr>
            <a:lvl2pPr algn="l">
              <a:defRPr sz="3150" b="1">
                <a:solidFill>
                  <a:srgbClr val="FFFDFC"/>
                </a:solidFill>
              </a:defRPr>
            </a:lvl2pPr>
            <a:lvl3pPr algn="l">
              <a:defRPr sz="3150" b="1">
                <a:solidFill>
                  <a:srgbClr val="FFFDFC"/>
                </a:solidFill>
              </a:defRPr>
            </a:lvl3pPr>
            <a:lvl4pPr algn="l">
              <a:defRPr sz="3150" b="1">
                <a:solidFill>
                  <a:srgbClr val="FFFDFC"/>
                </a:solidFill>
              </a:defRPr>
            </a:lvl4pPr>
            <a:lvl5pPr algn="l">
              <a:defRPr sz="3150" b="1">
                <a:solidFill>
                  <a:srgbClr val="FFFDFC"/>
                </a:solidFill>
              </a:defRPr>
            </a:lvl5pPr>
            <a:lvl6pPr algn="l">
              <a:defRPr sz="3150" b="1">
                <a:solidFill>
                  <a:srgbClr val="FFFDFC"/>
                </a:solidFill>
              </a:defRPr>
            </a:lvl6pPr>
            <a:lvl7pPr algn="l">
              <a:defRPr sz="3150" b="1">
                <a:solidFill>
                  <a:srgbClr val="FFFDFC"/>
                </a:solidFill>
              </a:defRPr>
            </a:lvl7pPr>
            <a:lvl8pPr algn="l">
              <a:defRPr sz="3150" b="1">
                <a:solidFill>
                  <a:srgbClr val="FFFDFC"/>
                </a:solidFill>
              </a:defRPr>
            </a:lvl8pPr>
            <a:lvl9pPr algn="l">
              <a:defRPr sz="3150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FDFC"/>
                </a:solidFill>
              </a:defRPr>
            </a:pPr>
            <a:r>
              <a:rPr sz="3150" b="1">
                <a:solidFill>
                  <a:srgbClr val="FFFDFC"/>
                </a:solidFill>
              </a:rPr>
              <a:t>Punto de partida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DFC20-F1EF-4054-A57B-3C5EBAAF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5008C-C6BA-4696-9609-3B6E0C9A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B9ADA2"/>
                </a:solidFill>
              </a:defRPr>
            </a:defPPr>
            <a:lvl1pPr algn="l">
              <a:defRPr sz="900" b="0">
                <a:solidFill>
                  <a:srgbClr val="B9ADA2"/>
                </a:solidFill>
              </a:defRPr>
            </a:lvl1pPr>
            <a:lvl2pPr algn="l">
              <a:defRPr sz="900" b="0">
                <a:solidFill>
                  <a:srgbClr val="B9ADA2"/>
                </a:solidFill>
              </a:defRPr>
            </a:lvl2pPr>
            <a:lvl3pPr algn="l">
              <a:defRPr sz="900" b="0">
                <a:solidFill>
                  <a:srgbClr val="B9ADA2"/>
                </a:solidFill>
              </a:defRPr>
            </a:lvl3pPr>
            <a:lvl4pPr algn="l">
              <a:defRPr sz="900" b="0">
                <a:solidFill>
                  <a:srgbClr val="B9ADA2"/>
                </a:solidFill>
              </a:defRPr>
            </a:lvl4pPr>
            <a:lvl5pPr algn="l">
              <a:defRPr sz="900" b="0">
                <a:solidFill>
                  <a:srgbClr val="B9ADA2"/>
                </a:solidFill>
              </a:defRPr>
            </a:lvl5pPr>
            <a:lvl6pPr algn="l">
              <a:defRPr sz="900" b="0">
                <a:solidFill>
                  <a:srgbClr val="B9ADA2"/>
                </a:solidFill>
              </a:defRPr>
            </a:lvl6pPr>
            <a:lvl7pPr algn="l">
              <a:defRPr sz="900" b="0">
                <a:solidFill>
                  <a:srgbClr val="B9ADA2"/>
                </a:solidFill>
              </a:defRPr>
            </a:lvl7pPr>
            <a:lvl8pPr algn="l">
              <a:defRPr sz="900" b="0">
                <a:solidFill>
                  <a:srgbClr val="B9ADA2"/>
                </a:solidFill>
              </a:defRPr>
            </a:lvl8pPr>
            <a:lvl9pPr algn="l">
              <a:defRPr sz="900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B9ADA2"/>
                </a:solidFill>
              </a:defRPr>
            </a:pPr>
            <a:r>
              <a:rPr sz="900" b="0">
                <a:solidFill>
                  <a:srgbClr val="B9ADA2"/>
                </a:solidFill>
              </a:rPr>
              <a:t>CoffeeQueue · TP DevOps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7177D-2846-492E-8476-95DC7A21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B9ADA2"/>
                </a:solidFill>
              </a:defRPr>
            </a:defPPr>
            <a:lvl1pPr algn="r">
              <a:defRPr sz="900" b="1">
                <a:solidFill>
                  <a:srgbClr val="B9ADA2"/>
                </a:solidFill>
              </a:defRPr>
            </a:lvl1pPr>
            <a:lvl2pPr algn="r">
              <a:defRPr sz="900" b="1">
                <a:solidFill>
                  <a:srgbClr val="B9ADA2"/>
                </a:solidFill>
              </a:defRPr>
            </a:lvl2pPr>
            <a:lvl3pPr algn="r">
              <a:defRPr sz="900" b="1">
                <a:solidFill>
                  <a:srgbClr val="B9ADA2"/>
                </a:solidFill>
              </a:defRPr>
            </a:lvl3pPr>
            <a:lvl4pPr algn="r">
              <a:defRPr sz="900" b="1">
                <a:solidFill>
                  <a:srgbClr val="B9ADA2"/>
                </a:solidFill>
              </a:defRPr>
            </a:lvl4pPr>
            <a:lvl5pPr algn="r">
              <a:defRPr sz="900" b="1">
                <a:solidFill>
                  <a:srgbClr val="B9ADA2"/>
                </a:solidFill>
              </a:defRPr>
            </a:lvl5pPr>
            <a:lvl6pPr algn="r">
              <a:defRPr sz="900" b="1">
                <a:solidFill>
                  <a:srgbClr val="B9ADA2"/>
                </a:solidFill>
              </a:defRPr>
            </a:lvl6pPr>
            <a:lvl7pPr algn="r">
              <a:defRPr sz="900" b="1">
                <a:solidFill>
                  <a:srgbClr val="B9ADA2"/>
                </a:solidFill>
              </a:defRPr>
            </a:lvl7pPr>
            <a:lvl8pPr algn="r">
              <a:defRPr sz="900" b="1">
                <a:solidFill>
                  <a:srgbClr val="B9ADA2"/>
                </a:solidFill>
              </a:defRPr>
            </a:lvl8pPr>
            <a:lvl9pPr algn="r">
              <a:defRPr sz="900" b="1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B9ADA2"/>
                </a:solidFill>
              </a:defRPr>
            </a:pPr>
            <a:r>
              <a:rPr sz="900" b="1">
                <a:solidFill>
                  <a:srgbClr val="B9ADA2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9B2A8-E150-4B62-9089-4C052DEA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F4E8D8"/>
                </a:solidFill>
              </a:defRPr>
            </a:defPPr>
            <a:lvl1pPr algn="l">
              <a:defRPr sz="1800" b="0">
                <a:solidFill>
                  <a:srgbClr val="F4E8D8"/>
                </a:solidFill>
              </a:defRPr>
            </a:lvl1pPr>
            <a:lvl2pPr algn="l">
              <a:defRPr sz="1800" b="0">
                <a:solidFill>
                  <a:srgbClr val="F4E8D8"/>
                </a:solidFill>
              </a:defRPr>
            </a:lvl2pPr>
            <a:lvl3pPr algn="l">
              <a:defRPr sz="1800" b="0">
                <a:solidFill>
                  <a:srgbClr val="F4E8D8"/>
                </a:solidFill>
              </a:defRPr>
            </a:lvl3pPr>
            <a:lvl4pPr algn="l">
              <a:defRPr sz="1800" b="0">
                <a:solidFill>
                  <a:srgbClr val="F4E8D8"/>
                </a:solidFill>
              </a:defRPr>
            </a:lvl4pPr>
            <a:lvl5pPr algn="l">
              <a:defRPr sz="1800" b="0">
                <a:solidFill>
                  <a:srgbClr val="F4E8D8"/>
                </a:solidFill>
              </a:defRPr>
            </a:lvl5pPr>
            <a:lvl6pPr algn="l">
              <a:defRPr sz="1800" b="0">
                <a:solidFill>
                  <a:srgbClr val="F4E8D8"/>
                </a:solidFill>
              </a:defRPr>
            </a:lvl6pPr>
            <a:lvl7pPr algn="l">
              <a:defRPr sz="1800" b="0">
                <a:solidFill>
                  <a:srgbClr val="F4E8D8"/>
                </a:solidFill>
              </a:defRPr>
            </a:lvl7pPr>
            <a:lvl8pPr algn="l">
              <a:defRPr sz="1800" b="0">
                <a:solidFill>
                  <a:srgbClr val="F4E8D8"/>
                </a:solidFill>
              </a:defRPr>
            </a:lvl8pPr>
            <a:lvl9pPr algn="l">
              <a:defRPr sz="1800" b="0">
                <a:solidFill>
                  <a:srgbClr val="F4E8D8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F4E8D8"/>
                </a:solidFill>
              </a:defRPr>
            </a:pPr>
            <a:r>
              <a:rPr sz="1800" b="0">
                <a:solidFill>
                  <a:srgbClr val="F4E8D8"/>
                </a:solidFill>
              </a:rPr>
              <a:t>CoffeeQueue gestiona pedidos de cafetería con una arquitectura web contenedorizada.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71EAE-4B4F-4B06-B91D-4B65CF43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409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FA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221FB-3536-4F44-8723-F453D192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171412"/>
                </a:solidFill>
              </a:defRPr>
            </a:defPPr>
            <a:lvl1pPr algn="ctr">
              <a:defRPr sz="975" b="1">
                <a:solidFill>
                  <a:srgbClr val="171412"/>
                </a:solidFill>
              </a:defRPr>
            </a:lvl1pPr>
            <a:lvl2pPr algn="ctr">
              <a:defRPr sz="975" b="1">
                <a:solidFill>
                  <a:srgbClr val="171412"/>
                </a:solidFill>
              </a:defRPr>
            </a:lvl2pPr>
            <a:lvl3pPr algn="ctr">
              <a:defRPr sz="975" b="1">
                <a:solidFill>
                  <a:srgbClr val="171412"/>
                </a:solidFill>
              </a:defRPr>
            </a:lvl3pPr>
            <a:lvl4pPr algn="ctr">
              <a:defRPr sz="975" b="1">
                <a:solidFill>
                  <a:srgbClr val="171412"/>
                </a:solidFill>
              </a:defRPr>
            </a:lvl4pPr>
            <a:lvl5pPr algn="ctr">
              <a:defRPr sz="975" b="1">
                <a:solidFill>
                  <a:srgbClr val="171412"/>
                </a:solidFill>
              </a:defRPr>
            </a:lvl5pPr>
            <a:lvl6pPr algn="ctr">
              <a:defRPr sz="975" b="1">
                <a:solidFill>
                  <a:srgbClr val="171412"/>
                </a:solidFill>
              </a:defRPr>
            </a:lvl6pPr>
            <a:lvl7pPr algn="ctr">
              <a:defRPr sz="975" b="1">
                <a:solidFill>
                  <a:srgbClr val="171412"/>
                </a:solidFill>
              </a:defRPr>
            </a:lvl7pPr>
            <a:lvl8pPr algn="ctr">
              <a:defRPr sz="975" b="1">
                <a:solidFill>
                  <a:srgbClr val="171412"/>
                </a:solidFill>
              </a:defRPr>
            </a:lvl8pPr>
            <a:lvl9pPr algn="ctr">
              <a:defRPr sz="975" b="1">
                <a:solidFill>
                  <a:srgbClr val="171412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71412"/>
                </a:solidFill>
              </a:defRPr>
            </a:pPr>
            <a:r>
              <a:rPr sz="975" b="1">
                <a:solidFill>
                  <a:srgbClr val="171412"/>
                </a:solidFill>
              </a:rP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740D6-2D61-4E7B-9A90-1ABCE398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3C6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06946-9382-4F47-B2CC-943C6585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171412"/>
                </a:solidFill>
              </a:defRPr>
            </a:defPPr>
            <a:lvl1pPr algn="ctr">
              <a:defRPr sz="975" b="1">
                <a:solidFill>
                  <a:srgbClr val="171412"/>
                </a:solidFill>
              </a:defRPr>
            </a:lvl1pPr>
            <a:lvl2pPr algn="ctr">
              <a:defRPr sz="975" b="1">
                <a:solidFill>
                  <a:srgbClr val="171412"/>
                </a:solidFill>
              </a:defRPr>
            </a:lvl2pPr>
            <a:lvl3pPr algn="ctr">
              <a:defRPr sz="975" b="1">
                <a:solidFill>
                  <a:srgbClr val="171412"/>
                </a:solidFill>
              </a:defRPr>
            </a:lvl3pPr>
            <a:lvl4pPr algn="ctr">
              <a:defRPr sz="975" b="1">
                <a:solidFill>
                  <a:srgbClr val="171412"/>
                </a:solidFill>
              </a:defRPr>
            </a:lvl4pPr>
            <a:lvl5pPr algn="ctr">
              <a:defRPr sz="975" b="1">
                <a:solidFill>
                  <a:srgbClr val="171412"/>
                </a:solidFill>
              </a:defRPr>
            </a:lvl5pPr>
            <a:lvl6pPr algn="ctr">
              <a:defRPr sz="975" b="1">
                <a:solidFill>
                  <a:srgbClr val="171412"/>
                </a:solidFill>
              </a:defRPr>
            </a:lvl6pPr>
            <a:lvl7pPr algn="ctr">
              <a:defRPr sz="975" b="1">
                <a:solidFill>
                  <a:srgbClr val="171412"/>
                </a:solidFill>
              </a:defRPr>
            </a:lvl7pPr>
            <a:lvl8pPr algn="ctr">
              <a:defRPr sz="975" b="1">
                <a:solidFill>
                  <a:srgbClr val="171412"/>
                </a:solidFill>
              </a:defRPr>
            </a:lvl8pPr>
            <a:lvl9pPr algn="ctr">
              <a:defRPr sz="975" b="1">
                <a:solidFill>
                  <a:srgbClr val="171412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71412"/>
                </a:solidFill>
              </a:defRPr>
            </a:pPr>
            <a:r>
              <a:rPr sz="975" b="1">
                <a:solidFill>
                  <a:srgbClr val="171412"/>
                </a:solidFill>
              </a:rPr>
              <a:t>BACKEND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358918-407E-49E9-9EFA-AEB83563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990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3B4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A1D4F5-2CE9-4E83-97BC-DF6A908E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171412"/>
                </a:solidFill>
              </a:defRPr>
            </a:defPPr>
            <a:lvl1pPr algn="ctr">
              <a:defRPr sz="975" b="1">
                <a:solidFill>
                  <a:srgbClr val="171412"/>
                </a:solidFill>
              </a:defRPr>
            </a:lvl1pPr>
            <a:lvl2pPr algn="ctr">
              <a:defRPr sz="975" b="1">
                <a:solidFill>
                  <a:srgbClr val="171412"/>
                </a:solidFill>
              </a:defRPr>
            </a:lvl2pPr>
            <a:lvl3pPr algn="ctr">
              <a:defRPr sz="975" b="1">
                <a:solidFill>
                  <a:srgbClr val="171412"/>
                </a:solidFill>
              </a:defRPr>
            </a:lvl3pPr>
            <a:lvl4pPr algn="ctr">
              <a:defRPr sz="975" b="1">
                <a:solidFill>
                  <a:srgbClr val="171412"/>
                </a:solidFill>
              </a:defRPr>
            </a:lvl4pPr>
            <a:lvl5pPr algn="ctr">
              <a:defRPr sz="975" b="1">
                <a:solidFill>
                  <a:srgbClr val="171412"/>
                </a:solidFill>
              </a:defRPr>
            </a:lvl5pPr>
            <a:lvl6pPr algn="ctr">
              <a:defRPr sz="975" b="1">
                <a:solidFill>
                  <a:srgbClr val="171412"/>
                </a:solidFill>
              </a:defRPr>
            </a:lvl6pPr>
            <a:lvl7pPr algn="ctr">
              <a:defRPr sz="975" b="1">
                <a:solidFill>
                  <a:srgbClr val="171412"/>
                </a:solidFill>
              </a:defRPr>
            </a:lvl7pPr>
            <a:lvl8pPr algn="ctr">
              <a:defRPr sz="975" b="1">
                <a:solidFill>
                  <a:srgbClr val="171412"/>
                </a:solidFill>
              </a:defRPr>
            </a:lvl8pPr>
            <a:lvl9pPr algn="ctr">
              <a:defRPr sz="975" b="1">
                <a:solidFill>
                  <a:srgbClr val="171412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71412"/>
                </a:solidFill>
              </a:defRPr>
            </a:pPr>
            <a:r>
              <a:rPr sz="975" b="1">
                <a:solidFill>
                  <a:srgbClr val="171412"/>
                </a:solidFill>
              </a:rPr>
              <a:t>DATOS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775B1-E3B5-4B3D-8493-13F342C4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4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83D003-1CFB-4F9E-8A66-F47B4A42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171412"/>
                </a:solidFill>
              </a:defRPr>
            </a:defPPr>
            <a:lvl1pPr algn="ctr">
              <a:defRPr sz="975" b="1">
                <a:solidFill>
                  <a:srgbClr val="171412"/>
                </a:solidFill>
              </a:defRPr>
            </a:lvl1pPr>
            <a:lvl2pPr algn="ctr">
              <a:defRPr sz="975" b="1">
                <a:solidFill>
                  <a:srgbClr val="171412"/>
                </a:solidFill>
              </a:defRPr>
            </a:lvl2pPr>
            <a:lvl3pPr algn="ctr">
              <a:defRPr sz="975" b="1">
                <a:solidFill>
                  <a:srgbClr val="171412"/>
                </a:solidFill>
              </a:defRPr>
            </a:lvl3pPr>
            <a:lvl4pPr algn="ctr">
              <a:defRPr sz="975" b="1">
                <a:solidFill>
                  <a:srgbClr val="171412"/>
                </a:solidFill>
              </a:defRPr>
            </a:lvl4pPr>
            <a:lvl5pPr algn="ctr">
              <a:defRPr sz="975" b="1">
                <a:solidFill>
                  <a:srgbClr val="171412"/>
                </a:solidFill>
              </a:defRPr>
            </a:lvl5pPr>
            <a:lvl6pPr algn="ctr">
              <a:defRPr sz="975" b="1">
                <a:solidFill>
                  <a:srgbClr val="171412"/>
                </a:solidFill>
              </a:defRPr>
            </a:lvl6pPr>
            <a:lvl7pPr algn="ctr">
              <a:defRPr sz="975" b="1">
                <a:solidFill>
                  <a:srgbClr val="171412"/>
                </a:solidFill>
              </a:defRPr>
            </a:lvl7pPr>
            <a:lvl8pPr algn="ctr">
              <a:defRPr sz="975" b="1">
                <a:solidFill>
                  <a:srgbClr val="171412"/>
                </a:solidFill>
              </a:defRPr>
            </a:lvl8pPr>
            <a:lvl9pPr algn="ctr">
              <a:defRPr sz="975" b="1">
                <a:solidFill>
                  <a:srgbClr val="171412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71412"/>
                </a:solidFill>
              </a:defRPr>
            </a:pPr>
            <a:r>
              <a:rPr sz="975" b="1">
                <a:solidFill>
                  <a:srgbClr val="171412"/>
                </a:solidFill>
              </a:rPr>
              <a:t>PROXY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CA4656-B047-48E1-B2FF-4420E3D2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907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FFDFC"/>
                </a:solidFill>
              </a:defRPr>
            </a:defPPr>
            <a:lvl1pPr algn="l">
              <a:defRPr sz="1650" b="1">
                <a:solidFill>
                  <a:srgbClr val="FFFDFC"/>
                </a:solidFill>
              </a:defRPr>
            </a:lvl1pPr>
            <a:lvl2pPr algn="l">
              <a:defRPr sz="1650" b="1">
                <a:solidFill>
                  <a:srgbClr val="FFFDFC"/>
                </a:solidFill>
              </a:defRPr>
            </a:lvl2pPr>
            <a:lvl3pPr algn="l">
              <a:defRPr sz="1650" b="1">
                <a:solidFill>
                  <a:srgbClr val="FFFDFC"/>
                </a:solidFill>
              </a:defRPr>
            </a:lvl3pPr>
            <a:lvl4pPr algn="l">
              <a:defRPr sz="1650" b="1">
                <a:solidFill>
                  <a:srgbClr val="FFFDFC"/>
                </a:solidFill>
              </a:defRPr>
            </a:lvl4pPr>
            <a:lvl5pPr algn="l">
              <a:defRPr sz="1650" b="1">
                <a:solidFill>
                  <a:srgbClr val="FFFDFC"/>
                </a:solidFill>
              </a:defRPr>
            </a:lvl5pPr>
            <a:lvl6pPr algn="l">
              <a:defRPr sz="1650" b="1">
                <a:solidFill>
                  <a:srgbClr val="FFFDFC"/>
                </a:solidFill>
              </a:defRPr>
            </a:lvl6pPr>
            <a:lvl7pPr algn="l">
              <a:defRPr sz="1650" b="1">
                <a:solidFill>
                  <a:srgbClr val="FFFDFC"/>
                </a:solidFill>
              </a:defRPr>
            </a:lvl7pPr>
            <a:lvl8pPr algn="l">
              <a:defRPr sz="1650" b="1">
                <a:solidFill>
                  <a:srgbClr val="FFFDFC"/>
                </a:solidFill>
              </a:defRPr>
            </a:lvl8pPr>
            <a:lvl9pPr algn="l">
              <a:defRPr sz="1650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DFC"/>
                </a:solidFill>
              </a:defRPr>
            </a:pPr>
            <a:r>
              <a:rPr sz="1650" b="1">
                <a:solidFill>
                  <a:srgbClr val="FFFDFC"/>
                </a:solidFill>
              </a:rPr>
              <a:t>React 19 + Vite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BBAD82-AB82-4392-A06C-918A2C03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575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FFDFC"/>
                </a:solidFill>
              </a:defRPr>
            </a:defPPr>
            <a:lvl1pPr algn="l">
              <a:defRPr sz="1650" b="1">
                <a:solidFill>
                  <a:srgbClr val="FFFDFC"/>
                </a:solidFill>
              </a:defRPr>
            </a:lvl1pPr>
            <a:lvl2pPr algn="l">
              <a:defRPr sz="1650" b="1">
                <a:solidFill>
                  <a:srgbClr val="FFFDFC"/>
                </a:solidFill>
              </a:defRPr>
            </a:lvl2pPr>
            <a:lvl3pPr algn="l">
              <a:defRPr sz="1650" b="1">
                <a:solidFill>
                  <a:srgbClr val="FFFDFC"/>
                </a:solidFill>
              </a:defRPr>
            </a:lvl3pPr>
            <a:lvl4pPr algn="l">
              <a:defRPr sz="1650" b="1">
                <a:solidFill>
                  <a:srgbClr val="FFFDFC"/>
                </a:solidFill>
              </a:defRPr>
            </a:lvl4pPr>
            <a:lvl5pPr algn="l">
              <a:defRPr sz="1650" b="1">
                <a:solidFill>
                  <a:srgbClr val="FFFDFC"/>
                </a:solidFill>
              </a:defRPr>
            </a:lvl5pPr>
            <a:lvl6pPr algn="l">
              <a:defRPr sz="1650" b="1">
                <a:solidFill>
                  <a:srgbClr val="FFFDFC"/>
                </a:solidFill>
              </a:defRPr>
            </a:lvl6pPr>
            <a:lvl7pPr algn="l">
              <a:defRPr sz="1650" b="1">
                <a:solidFill>
                  <a:srgbClr val="FFFDFC"/>
                </a:solidFill>
              </a:defRPr>
            </a:lvl7pPr>
            <a:lvl8pPr algn="l">
              <a:defRPr sz="1650" b="1">
                <a:solidFill>
                  <a:srgbClr val="FFFDFC"/>
                </a:solidFill>
              </a:defRPr>
            </a:lvl8pPr>
            <a:lvl9pPr algn="l">
              <a:defRPr sz="1650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DFC"/>
                </a:solidFill>
              </a:defRPr>
            </a:pPr>
            <a:r>
              <a:rPr sz="1650" b="1">
                <a:solidFill>
                  <a:srgbClr val="FFFDFC"/>
                </a:solidFill>
              </a:rPr>
              <a:t>Node.js + Express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A3D88F-D62C-4A22-A87C-E6F017DE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242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FFDFC"/>
                </a:solidFill>
              </a:defRPr>
            </a:defPPr>
            <a:lvl1pPr algn="l">
              <a:defRPr sz="1650" b="1">
                <a:solidFill>
                  <a:srgbClr val="FFFDFC"/>
                </a:solidFill>
              </a:defRPr>
            </a:lvl1pPr>
            <a:lvl2pPr algn="l">
              <a:defRPr sz="1650" b="1">
                <a:solidFill>
                  <a:srgbClr val="FFFDFC"/>
                </a:solidFill>
              </a:defRPr>
            </a:lvl2pPr>
            <a:lvl3pPr algn="l">
              <a:defRPr sz="1650" b="1">
                <a:solidFill>
                  <a:srgbClr val="FFFDFC"/>
                </a:solidFill>
              </a:defRPr>
            </a:lvl3pPr>
            <a:lvl4pPr algn="l">
              <a:defRPr sz="1650" b="1">
                <a:solidFill>
                  <a:srgbClr val="FFFDFC"/>
                </a:solidFill>
              </a:defRPr>
            </a:lvl4pPr>
            <a:lvl5pPr algn="l">
              <a:defRPr sz="1650" b="1">
                <a:solidFill>
                  <a:srgbClr val="FFFDFC"/>
                </a:solidFill>
              </a:defRPr>
            </a:lvl5pPr>
            <a:lvl6pPr algn="l">
              <a:defRPr sz="1650" b="1">
                <a:solidFill>
                  <a:srgbClr val="FFFDFC"/>
                </a:solidFill>
              </a:defRPr>
            </a:lvl6pPr>
            <a:lvl7pPr algn="l">
              <a:defRPr sz="1650" b="1">
                <a:solidFill>
                  <a:srgbClr val="FFFDFC"/>
                </a:solidFill>
              </a:defRPr>
            </a:lvl7pPr>
            <a:lvl8pPr algn="l">
              <a:defRPr sz="1650" b="1">
                <a:solidFill>
                  <a:srgbClr val="FFFDFC"/>
                </a:solidFill>
              </a:defRPr>
            </a:lvl8pPr>
            <a:lvl9pPr algn="l">
              <a:defRPr sz="1650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DFC"/>
                </a:solidFill>
              </a:defRPr>
            </a:pPr>
            <a:r>
              <a:rPr sz="1650" b="1">
                <a:solidFill>
                  <a:srgbClr val="FFFDFC"/>
                </a:solidFill>
              </a:rPr>
              <a:t>Redis persistente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43AC3C-4F18-4924-A14A-A61CF516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910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FFDFC"/>
                </a:solidFill>
              </a:defRPr>
            </a:defPPr>
            <a:lvl1pPr algn="l">
              <a:defRPr sz="1650" b="1">
                <a:solidFill>
                  <a:srgbClr val="FFFDFC"/>
                </a:solidFill>
              </a:defRPr>
            </a:lvl1pPr>
            <a:lvl2pPr algn="l">
              <a:defRPr sz="1650" b="1">
                <a:solidFill>
                  <a:srgbClr val="FFFDFC"/>
                </a:solidFill>
              </a:defRPr>
            </a:lvl2pPr>
            <a:lvl3pPr algn="l">
              <a:defRPr sz="1650" b="1">
                <a:solidFill>
                  <a:srgbClr val="FFFDFC"/>
                </a:solidFill>
              </a:defRPr>
            </a:lvl3pPr>
            <a:lvl4pPr algn="l">
              <a:defRPr sz="1650" b="1">
                <a:solidFill>
                  <a:srgbClr val="FFFDFC"/>
                </a:solidFill>
              </a:defRPr>
            </a:lvl4pPr>
            <a:lvl5pPr algn="l">
              <a:defRPr sz="1650" b="1">
                <a:solidFill>
                  <a:srgbClr val="FFFDFC"/>
                </a:solidFill>
              </a:defRPr>
            </a:lvl5pPr>
            <a:lvl6pPr algn="l">
              <a:defRPr sz="1650" b="1">
                <a:solidFill>
                  <a:srgbClr val="FFFDFC"/>
                </a:solidFill>
              </a:defRPr>
            </a:lvl6pPr>
            <a:lvl7pPr algn="l">
              <a:defRPr sz="1650" b="1">
                <a:solidFill>
                  <a:srgbClr val="FFFDFC"/>
                </a:solidFill>
              </a:defRPr>
            </a:lvl7pPr>
            <a:lvl8pPr algn="l">
              <a:defRPr sz="1650" b="1">
                <a:solidFill>
                  <a:srgbClr val="FFFDFC"/>
                </a:solidFill>
              </a:defRPr>
            </a:lvl8pPr>
            <a:lvl9pPr algn="l">
              <a:defRPr sz="1650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DFC"/>
                </a:solidFill>
              </a:defRPr>
            </a:pPr>
            <a:r>
              <a:rPr sz="1650" b="1">
                <a:solidFill>
                  <a:srgbClr val="FFFDFC"/>
                </a:solidFill>
              </a:rPr>
              <a:t>Nginx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F3C7FE-75E4-4E2B-93D5-AEF34D6F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67000"/>
            <a:ext cx="1428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4A3E3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3FA8FB-BCD6-4F6F-BF03-A58CF008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67000"/>
            <a:ext cx="66675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FA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8A62EA-3D7A-4B5A-81DA-2A515049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DFC"/>
                </a:solidFill>
              </a:defRPr>
            </a:defPPr>
            <a:lvl1pPr algn="l">
              <a:defRPr sz="1575" b="1">
                <a:solidFill>
                  <a:srgbClr val="FFFDFC"/>
                </a:solidFill>
              </a:defRPr>
            </a:lvl1pPr>
            <a:lvl2pPr algn="l">
              <a:defRPr sz="1575" b="1">
                <a:solidFill>
                  <a:srgbClr val="FFFDFC"/>
                </a:solidFill>
              </a:defRPr>
            </a:lvl2pPr>
            <a:lvl3pPr algn="l">
              <a:defRPr sz="1575" b="1">
                <a:solidFill>
                  <a:srgbClr val="FFFDFC"/>
                </a:solidFill>
              </a:defRPr>
            </a:lvl3pPr>
            <a:lvl4pPr algn="l">
              <a:defRPr sz="1575" b="1">
                <a:solidFill>
                  <a:srgbClr val="FFFDFC"/>
                </a:solidFill>
              </a:defRPr>
            </a:lvl4pPr>
            <a:lvl5pPr algn="l">
              <a:defRPr sz="1575" b="1">
                <a:solidFill>
                  <a:srgbClr val="FFFDFC"/>
                </a:solidFill>
              </a:defRPr>
            </a:lvl5pPr>
            <a:lvl6pPr algn="l">
              <a:defRPr sz="1575" b="1">
                <a:solidFill>
                  <a:srgbClr val="FFFDFC"/>
                </a:solidFill>
              </a:defRPr>
            </a:lvl6pPr>
            <a:lvl7pPr algn="l">
              <a:defRPr sz="1575" b="1">
                <a:solidFill>
                  <a:srgbClr val="FFFDFC"/>
                </a:solidFill>
              </a:defRPr>
            </a:lvl7pPr>
            <a:lvl8pPr algn="l">
              <a:defRPr sz="1575" b="1">
                <a:solidFill>
                  <a:srgbClr val="FFFDFC"/>
                </a:solidFill>
              </a:defRPr>
            </a:lvl8pPr>
            <a:lvl9pPr algn="l">
              <a:defRPr sz="157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DFC"/>
                </a:solidFill>
              </a:defRPr>
            </a:pPr>
            <a:r>
              <a:rPr sz="1575" b="1">
                <a:solidFill>
                  <a:srgbClr val="FFFDFC"/>
                </a:solidFill>
              </a:rPr>
              <a:t>Navegador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B4AF16-B2D0-40E9-8C15-BA5AEB56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765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ADA2"/>
                </a:solidFill>
              </a:defRPr>
            </a:defPPr>
            <a:lvl1pPr algn="l">
              <a:defRPr sz="1125" b="0">
                <a:solidFill>
                  <a:srgbClr val="B9ADA2"/>
                </a:solidFill>
              </a:defRPr>
            </a:lvl1pPr>
            <a:lvl2pPr algn="l">
              <a:defRPr sz="1125" b="0">
                <a:solidFill>
                  <a:srgbClr val="B9ADA2"/>
                </a:solidFill>
              </a:defRPr>
            </a:lvl2pPr>
            <a:lvl3pPr algn="l">
              <a:defRPr sz="1125" b="0">
                <a:solidFill>
                  <a:srgbClr val="B9ADA2"/>
                </a:solidFill>
              </a:defRPr>
            </a:lvl3pPr>
            <a:lvl4pPr algn="l">
              <a:defRPr sz="1125" b="0">
                <a:solidFill>
                  <a:srgbClr val="B9ADA2"/>
                </a:solidFill>
              </a:defRPr>
            </a:lvl4pPr>
            <a:lvl5pPr algn="l">
              <a:defRPr sz="1125" b="0">
                <a:solidFill>
                  <a:srgbClr val="B9ADA2"/>
                </a:solidFill>
              </a:defRPr>
            </a:lvl5pPr>
            <a:lvl6pPr algn="l">
              <a:defRPr sz="1125" b="0">
                <a:solidFill>
                  <a:srgbClr val="B9ADA2"/>
                </a:solidFill>
              </a:defRPr>
            </a:lvl6pPr>
            <a:lvl7pPr algn="l">
              <a:defRPr sz="1125" b="0">
                <a:solidFill>
                  <a:srgbClr val="B9ADA2"/>
                </a:solidFill>
              </a:defRPr>
            </a:lvl7pPr>
            <a:lvl8pPr algn="l">
              <a:defRPr sz="1125" b="0">
                <a:solidFill>
                  <a:srgbClr val="B9ADA2"/>
                </a:solidFill>
              </a:defRPr>
            </a:lvl8pPr>
            <a:lvl9pPr algn="l">
              <a:defRPr sz="11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ADA2"/>
                </a:solidFill>
              </a:defRPr>
            </a:pPr>
            <a:r>
              <a:rPr sz="1125" b="0">
                <a:solidFill>
                  <a:srgbClr val="B9ADA2"/>
                </a:solidFill>
              </a:rPr>
              <a:t>Cliente web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494A43-64B1-4F5A-BA0D-B7D24B57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62200"/>
            <a:ext cx="14287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4A3E3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13191E-10E9-4B78-978C-4119D0CA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62200"/>
            <a:ext cx="66675" cy="1409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24A8E7-686D-4FB5-A63F-DA23BADF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DFC"/>
                </a:solidFill>
              </a:defRPr>
            </a:defPPr>
            <a:lvl1pPr algn="l">
              <a:defRPr sz="1575" b="1">
                <a:solidFill>
                  <a:srgbClr val="FFFDFC"/>
                </a:solidFill>
              </a:defRPr>
            </a:lvl1pPr>
            <a:lvl2pPr algn="l">
              <a:defRPr sz="1575" b="1">
                <a:solidFill>
                  <a:srgbClr val="FFFDFC"/>
                </a:solidFill>
              </a:defRPr>
            </a:lvl2pPr>
            <a:lvl3pPr algn="l">
              <a:defRPr sz="1575" b="1">
                <a:solidFill>
                  <a:srgbClr val="FFFDFC"/>
                </a:solidFill>
              </a:defRPr>
            </a:lvl3pPr>
            <a:lvl4pPr algn="l">
              <a:defRPr sz="1575" b="1">
                <a:solidFill>
                  <a:srgbClr val="FFFDFC"/>
                </a:solidFill>
              </a:defRPr>
            </a:lvl4pPr>
            <a:lvl5pPr algn="l">
              <a:defRPr sz="1575" b="1">
                <a:solidFill>
                  <a:srgbClr val="FFFDFC"/>
                </a:solidFill>
              </a:defRPr>
            </a:lvl5pPr>
            <a:lvl6pPr algn="l">
              <a:defRPr sz="1575" b="1">
                <a:solidFill>
                  <a:srgbClr val="FFFDFC"/>
                </a:solidFill>
              </a:defRPr>
            </a:lvl6pPr>
            <a:lvl7pPr algn="l">
              <a:defRPr sz="1575" b="1">
                <a:solidFill>
                  <a:srgbClr val="FFFDFC"/>
                </a:solidFill>
              </a:defRPr>
            </a:lvl7pPr>
            <a:lvl8pPr algn="l">
              <a:defRPr sz="1575" b="1">
                <a:solidFill>
                  <a:srgbClr val="FFFDFC"/>
                </a:solidFill>
              </a:defRPr>
            </a:lvl8pPr>
            <a:lvl9pPr algn="l">
              <a:defRPr sz="157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DFC"/>
                </a:solidFill>
              </a:defRPr>
            </a:pPr>
            <a:r>
              <a:rPr sz="1575" b="1">
                <a:solidFill>
                  <a:srgbClr val="FFFDFC"/>
                </a:solidFill>
              </a:rPr>
              <a:t>Nginx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B2485E-7482-44CB-BD87-77C6FD05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71775"/>
            <a:ext cx="1123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ADA2"/>
                </a:solidFill>
              </a:defRPr>
            </a:defPPr>
            <a:lvl1pPr algn="l">
              <a:defRPr sz="1125" b="0">
                <a:solidFill>
                  <a:srgbClr val="B9ADA2"/>
                </a:solidFill>
              </a:defRPr>
            </a:lvl1pPr>
            <a:lvl2pPr algn="l">
              <a:defRPr sz="1125" b="0">
                <a:solidFill>
                  <a:srgbClr val="B9ADA2"/>
                </a:solidFill>
              </a:defRPr>
            </a:lvl2pPr>
            <a:lvl3pPr algn="l">
              <a:defRPr sz="1125" b="0">
                <a:solidFill>
                  <a:srgbClr val="B9ADA2"/>
                </a:solidFill>
              </a:defRPr>
            </a:lvl3pPr>
            <a:lvl4pPr algn="l">
              <a:defRPr sz="1125" b="0">
                <a:solidFill>
                  <a:srgbClr val="B9ADA2"/>
                </a:solidFill>
              </a:defRPr>
            </a:lvl4pPr>
            <a:lvl5pPr algn="l">
              <a:defRPr sz="1125" b="0">
                <a:solidFill>
                  <a:srgbClr val="B9ADA2"/>
                </a:solidFill>
              </a:defRPr>
            </a:lvl5pPr>
            <a:lvl6pPr algn="l">
              <a:defRPr sz="1125" b="0">
                <a:solidFill>
                  <a:srgbClr val="B9ADA2"/>
                </a:solidFill>
              </a:defRPr>
            </a:lvl6pPr>
            <a:lvl7pPr algn="l">
              <a:defRPr sz="1125" b="0">
                <a:solidFill>
                  <a:srgbClr val="B9ADA2"/>
                </a:solidFill>
              </a:defRPr>
            </a:lvl7pPr>
            <a:lvl8pPr algn="l">
              <a:defRPr sz="1125" b="0">
                <a:solidFill>
                  <a:srgbClr val="B9ADA2"/>
                </a:solidFill>
              </a:defRPr>
            </a:lvl8pPr>
            <a:lvl9pPr algn="l">
              <a:defRPr sz="11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ADA2"/>
                </a:solidFill>
              </a:defRPr>
            </a:pPr>
            <a:r>
              <a:rPr sz="1125" b="0">
                <a:solidFill>
                  <a:srgbClr val="B9ADA2"/>
                </a:solidFill>
              </a:rPr>
              <a:t>Entrada HTTP</a:t>
            </a:r>
          </a:p>
          <a:p xmlns:a="http://schemas.openxmlformats.org/drawingml/2006/main">
            <a:pPr algn="l">
              <a:defRPr sz="1125" b="0">
                <a:solidFill>
                  <a:srgbClr val="B9ADA2"/>
                </a:solidFill>
              </a:defRPr>
            </a:pPr>
            <a:r>
              <a:rPr sz="1125" b="0">
                <a:solidFill>
                  <a:srgbClr val="B9ADA2"/>
                </a:solidFill>
              </a:rPr>
              <a:t>Rutas / y /api/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9DC882-65D0-42EE-88ED-ED6BBFA3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95450"/>
            <a:ext cx="1524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4A3E3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DF036C-A7A1-4B9E-B993-3A676A36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95450"/>
            <a:ext cx="66675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FA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3575A7-DB52-489E-9AC8-240F0BC9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097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DFC"/>
                </a:solidFill>
              </a:defRPr>
            </a:defPPr>
            <a:lvl1pPr algn="l">
              <a:defRPr sz="1575" b="1">
                <a:solidFill>
                  <a:srgbClr val="FFFDFC"/>
                </a:solidFill>
              </a:defRPr>
            </a:lvl1pPr>
            <a:lvl2pPr algn="l">
              <a:defRPr sz="1575" b="1">
                <a:solidFill>
                  <a:srgbClr val="FFFDFC"/>
                </a:solidFill>
              </a:defRPr>
            </a:lvl2pPr>
            <a:lvl3pPr algn="l">
              <a:defRPr sz="1575" b="1">
                <a:solidFill>
                  <a:srgbClr val="FFFDFC"/>
                </a:solidFill>
              </a:defRPr>
            </a:lvl3pPr>
            <a:lvl4pPr algn="l">
              <a:defRPr sz="1575" b="1">
                <a:solidFill>
                  <a:srgbClr val="FFFDFC"/>
                </a:solidFill>
              </a:defRPr>
            </a:lvl4pPr>
            <a:lvl5pPr algn="l">
              <a:defRPr sz="1575" b="1">
                <a:solidFill>
                  <a:srgbClr val="FFFDFC"/>
                </a:solidFill>
              </a:defRPr>
            </a:lvl5pPr>
            <a:lvl6pPr algn="l">
              <a:defRPr sz="1575" b="1">
                <a:solidFill>
                  <a:srgbClr val="FFFDFC"/>
                </a:solidFill>
              </a:defRPr>
            </a:lvl6pPr>
            <a:lvl7pPr algn="l">
              <a:defRPr sz="1575" b="1">
                <a:solidFill>
                  <a:srgbClr val="FFFDFC"/>
                </a:solidFill>
              </a:defRPr>
            </a:lvl7pPr>
            <a:lvl8pPr algn="l">
              <a:defRPr sz="1575" b="1">
                <a:solidFill>
                  <a:srgbClr val="FFFDFC"/>
                </a:solidFill>
              </a:defRPr>
            </a:lvl8pPr>
            <a:lvl9pPr algn="l">
              <a:defRPr sz="157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DFC"/>
                </a:solidFill>
              </a:defRPr>
            </a:pPr>
            <a:r>
              <a:rPr sz="1575" b="1">
                <a:solidFill>
                  <a:srgbClr val="FFFDFC"/>
                </a:solidFill>
              </a:rPr>
              <a:t>Frontend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43E840-35B0-4F29-8552-A1E28647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05025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ADA2"/>
                </a:solidFill>
              </a:defRPr>
            </a:defPPr>
            <a:lvl1pPr algn="l">
              <a:defRPr sz="1125" b="0">
                <a:solidFill>
                  <a:srgbClr val="B9ADA2"/>
                </a:solidFill>
              </a:defRPr>
            </a:lvl1pPr>
            <a:lvl2pPr algn="l">
              <a:defRPr sz="1125" b="0">
                <a:solidFill>
                  <a:srgbClr val="B9ADA2"/>
                </a:solidFill>
              </a:defRPr>
            </a:lvl2pPr>
            <a:lvl3pPr algn="l">
              <a:defRPr sz="1125" b="0">
                <a:solidFill>
                  <a:srgbClr val="B9ADA2"/>
                </a:solidFill>
              </a:defRPr>
            </a:lvl3pPr>
            <a:lvl4pPr algn="l">
              <a:defRPr sz="1125" b="0">
                <a:solidFill>
                  <a:srgbClr val="B9ADA2"/>
                </a:solidFill>
              </a:defRPr>
            </a:lvl4pPr>
            <a:lvl5pPr algn="l">
              <a:defRPr sz="1125" b="0">
                <a:solidFill>
                  <a:srgbClr val="B9ADA2"/>
                </a:solidFill>
              </a:defRPr>
            </a:lvl5pPr>
            <a:lvl6pPr algn="l">
              <a:defRPr sz="1125" b="0">
                <a:solidFill>
                  <a:srgbClr val="B9ADA2"/>
                </a:solidFill>
              </a:defRPr>
            </a:lvl6pPr>
            <a:lvl7pPr algn="l">
              <a:defRPr sz="1125" b="0">
                <a:solidFill>
                  <a:srgbClr val="B9ADA2"/>
                </a:solidFill>
              </a:defRPr>
            </a:lvl7pPr>
            <a:lvl8pPr algn="l">
              <a:defRPr sz="1125" b="0">
                <a:solidFill>
                  <a:srgbClr val="B9ADA2"/>
                </a:solidFill>
              </a:defRPr>
            </a:lvl8pPr>
            <a:lvl9pPr algn="l">
              <a:defRPr sz="11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ADA2"/>
                </a:solidFill>
              </a:defRPr>
            </a:pPr>
            <a:r>
              <a:rPr sz="1125" b="0">
                <a:solidFill>
                  <a:srgbClr val="B9ADA2"/>
                </a:solidFill>
              </a:rPr>
              <a:t>Archivos estáticos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EB83B5-D36B-49A9-82E6-EF20DDC9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1524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4A3E3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7DC791-DEE3-4738-9684-B9175636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66675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C6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0BB3C4-6A08-47A0-B943-742A08F1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433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DFC"/>
                </a:solidFill>
              </a:defRPr>
            </a:defPPr>
            <a:lvl1pPr algn="l">
              <a:defRPr sz="1575" b="1">
                <a:solidFill>
                  <a:srgbClr val="FFFDFC"/>
                </a:solidFill>
              </a:defRPr>
            </a:lvl1pPr>
            <a:lvl2pPr algn="l">
              <a:defRPr sz="1575" b="1">
                <a:solidFill>
                  <a:srgbClr val="FFFDFC"/>
                </a:solidFill>
              </a:defRPr>
            </a:lvl2pPr>
            <a:lvl3pPr algn="l">
              <a:defRPr sz="1575" b="1">
                <a:solidFill>
                  <a:srgbClr val="FFFDFC"/>
                </a:solidFill>
              </a:defRPr>
            </a:lvl3pPr>
            <a:lvl4pPr algn="l">
              <a:defRPr sz="1575" b="1">
                <a:solidFill>
                  <a:srgbClr val="FFFDFC"/>
                </a:solidFill>
              </a:defRPr>
            </a:lvl4pPr>
            <a:lvl5pPr algn="l">
              <a:defRPr sz="1575" b="1">
                <a:solidFill>
                  <a:srgbClr val="FFFDFC"/>
                </a:solidFill>
              </a:defRPr>
            </a:lvl5pPr>
            <a:lvl6pPr algn="l">
              <a:defRPr sz="1575" b="1">
                <a:solidFill>
                  <a:srgbClr val="FFFDFC"/>
                </a:solidFill>
              </a:defRPr>
            </a:lvl6pPr>
            <a:lvl7pPr algn="l">
              <a:defRPr sz="1575" b="1">
                <a:solidFill>
                  <a:srgbClr val="FFFDFC"/>
                </a:solidFill>
              </a:defRPr>
            </a:lvl7pPr>
            <a:lvl8pPr algn="l">
              <a:defRPr sz="1575" b="1">
                <a:solidFill>
                  <a:srgbClr val="FFFDFC"/>
                </a:solidFill>
              </a:defRPr>
            </a:lvl8pPr>
            <a:lvl9pPr algn="l">
              <a:defRPr sz="157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DFC"/>
                </a:solidFill>
              </a:defRPr>
            </a:pPr>
            <a:r>
              <a:rPr sz="1575" b="1">
                <a:solidFill>
                  <a:srgbClr val="FFFDFC"/>
                </a:solidFill>
              </a:rPr>
              <a:t>API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483F90-58EE-4E1A-8068-FD88362A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38575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ADA2"/>
                </a:solidFill>
              </a:defRPr>
            </a:defPPr>
            <a:lvl1pPr algn="l">
              <a:defRPr sz="1125" b="0">
                <a:solidFill>
                  <a:srgbClr val="B9ADA2"/>
                </a:solidFill>
              </a:defRPr>
            </a:lvl1pPr>
            <a:lvl2pPr algn="l">
              <a:defRPr sz="1125" b="0">
                <a:solidFill>
                  <a:srgbClr val="B9ADA2"/>
                </a:solidFill>
              </a:defRPr>
            </a:lvl2pPr>
            <a:lvl3pPr algn="l">
              <a:defRPr sz="1125" b="0">
                <a:solidFill>
                  <a:srgbClr val="B9ADA2"/>
                </a:solidFill>
              </a:defRPr>
            </a:lvl3pPr>
            <a:lvl4pPr algn="l">
              <a:defRPr sz="1125" b="0">
                <a:solidFill>
                  <a:srgbClr val="B9ADA2"/>
                </a:solidFill>
              </a:defRPr>
            </a:lvl4pPr>
            <a:lvl5pPr algn="l">
              <a:defRPr sz="1125" b="0">
                <a:solidFill>
                  <a:srgbClr val="B9ADA2"/>
                </a:solidFill>
              </a:defRPr>
            </a:lvl5pPr>
            <a:lvl6pPr algn="l">
              <a:defRPr sz="1125" b="0">
                <a:solidFill>
                  <a:srgbClr val="B9ADA2"/>
                </a:solidFill>
              </a:defRPr>
            </a:lvl6pPr>
            <a:lvl7pPr algn="l">
              <a:defRPr sz="1125" b="0">
                <a:solidFill>
                  <a:srgbClr val="B9ADA2"/>
                </a:solidFill>
              </a:defRPr>
            </a:lvl7pPr>
            <a:lvl8pPr algn="l">
              <a:defRPr sz="1125" b="0">
                <a:solidFill>
                  <a:srgbClr val="B9ADA2"/>
                </a:solidFill>
              </a:defRPr>
            </a:lvl8pPr>
            <a:lvl9pPr algn="l">
              <a:defRPr sz="11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ADA2"/>
                </a:solidFill>
              </a:defRPr>
            </a:pPr>
            <a:r>
              <a:rPr sz="1125" b="0">
                <a:solidFill>
                  <a:srgbClr val="B9ADA2"/>
                </a:solidFill>
              </a:rPr>
              <a:t>REST · puerto 3000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2A8FBD-8D79-4472-B39E-DA9148E7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1524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4A3E3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64EC99-5133-431F-8CE5-5C5CA34A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66675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B4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0A22AA-40B5-4A60-9A88-A9DA6384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673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DFC"/>
                </a:solidFill>
              </a:defRPr>
            </a:defPPr>
            <a:lvl1pPr algn="l">
              <a:defRPr sz="1575" b="1">
                <a:solidFill>
                  <a:srgbClr val="FFFDFC"/>
                </a:solidFill>
              </a:defRPr>
            </a:lvl1pPr>
            <a:lvl2pPr algn="l">
              <a:defRPr sz="1575" b="1">
                <a:solidFill>
                  <a:srgbClr val="FFFDFC"/>
                </a:solidFill>
              </a:defRPr>
            </a:lvl2pPr>
            <a:lvl3pPr algn="l">
              <a:defRPr sz="1575" b="1">
                <a:solidFill>
                  <a:srgbClr val="FFFDFC"/>
                </a:solidFill>
              </a:defRPr>
            </a:lvl3pPr>
            <a:lvl4pPr algn="l">
              <a:defRPr sz="1575" b="1">
                <a:solidFill>
                  <a:srgbClr val="FFFDFC"/>
                </a:solidFill>
              </a:defRPr>
            </a:lvl4pPr>
            <a:lvl5pPr algn="l">
              <a:defRPr sz="1575" b="1">
                <a:solidFill>
                  <a:srgbClr val="FFFDFC"/>
                </a:solidFill>
              </a:defRPr>
            </a:lvl5pPr>
            <a:lvl6pPr algn="l">
              <a:defRPr sz="1575" b="1">
                <a:solidFill>
                  <a:srgbClr val="FFFDFC"/>
                </a:solidFill>
              </a:defRPr>
            </a:lvl6pPr>
            <a:lvl7pPr algn="l">
              <a:defRPr sz="1575" b="1">
                <a:solidFill>
                  <a:srgbClr val="FFFDFC"/>
                </a:solidFill>
              </a:defRPr>
            </a:lvl7pPr>
            <a:lvl8pPr algn="l">
              <a:defRPr sz="1575" b="1">
                <a:solidFill>
                  <a:srgbClr val="FFFDFC"/>
                </a:solidFill>
              </a:defRPr>
            </a:lvl8pPr>
            <a:lvl9pPr algn="l">
              <a:defRPr sz="157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DFC"/>
                </a:solidFill>
              </a:defRPr>
            </a:pPr>
            <a:r>
              <a:rPr sz="1575" b="1">
                <a:solidFill>
                  <a:srgbClr val="FFFDFC"/>
                </a:solidFill>
              </a:rPr>
              <a:t>Redis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26DD68-E1D4-40C1-9379-AD32B600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62575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ADA2"/>
                </a:solidFill>
              </a:defRPr>
            </a:defPPr>
            <a:lvl1pPr algn="l">
              <a:defRPr sz="1125" b="0">
                <a:solidFill>
                  <a:srgbClr val="B9ADA2"/>
                </a:solidFill>
              </a:defRPr>
            </a:lvl1pPr>
            <a:lvl2pPr algn="l">
              <a:defRPr sz="1125" b="0">
                <a:solidFill>
                  <a:srgbClr val="B9ADA2"/>
                </a:solidFill>
              </a:defRPr>
            </a:lvl2pPr>
            <a:lvl3pPr algn="l">
              <a:defRPr sz="1125" b="0">
                <a:solidFill>
                  <a:srgbClr val="B9ADA2"/>
                </a:solidFill>
              </a:defRPr>
            </a:lvl3pPr>
            <a:lvl4pPr algn="l">
              <a:defRPr sz="1125" b="0">
                <a:solidFill>
                  <a:srgbClr val="B9ADA2"/>
                </a:solidFill>
              </a:defRPr>
            </a:lvl4pPr>
            <a:lvl5pPr algn="l">
              <a:defRPr sz="1125" b="0">
                <a:solidFill>
                  <a:srgbClr val="B9ADA2"/>
                </a:solidFill>
              </a:defRPr>
            </a:lvl5pPr>
            <a:lvl6pPr algn="l">
              <a:defRPr sz="1125" b="0">
                <a:solidFill>
                  <a:srgbClr val="B9ADA2"/>
                </a:solidFill>
              </a:defRPr>
            </a:lvl6pPr>
            <a:lvl7pPr algn="l">
              <a:defRPr sz="1125" b="0">
                <a:solidFill>
                  <a:srgbClr val="B9ADA2"/>
                </a:solidFill>
              </a:defRPr>
            </a:lvl7pPr>
            <a:lvl8pPr algn="l">
              <a:defRPr sz="1125" b="0">
                <a:solidFill>
                  <a:srgbClr val="B9ADA2"/>
                </a:solidFill>
              </a:defRPr>
            </a:lvl8pPr>
            <a:lvl9pPr algn="l">
              <a:defRPr sz="11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ADA2"/>
                </a:solidFill>
              </a:defRPr>
            </a:pPr>
            <a:r>
              <a:rPr sz="1125" b="0">
                <a:solidFill>
                  <a:srgbClr val="B9ADA2"/>
                </a:solidFill>
              </a:rPr>
              <a:t>Estado de pedidos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AB00FF-E2AF-4379-86C3-A96B55E5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48000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D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9F3587-E33D-4C44-AE9B-2E37D5C6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480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D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1EB580-E6B1-4EB6-97D1-3174378A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95500"/>
            <a:ext cx="381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D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E2E30F-30AA-4158-85C4-C9BCE2F3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D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1C2BDD-E415-4B82-956F-D61D7F58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290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D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778AB8-A695-48EC-828E-4485D78F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D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224ECC-419F-4DA0-BF61-91E5F90F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52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5FA8D3"/>
                </a:solidFill>
              </a:defRPr>
            </a:defPPr>
            <a:lvl1pPr algn="ctr">
              <a:defRPr sz="1200" b="1">
                <a:solidFill>
                  <a:srgbClr val="5FA8D3"/>
                </a:solidFill>
              </a:defRPr>
            </a:lvl1pPr>
            <a:lvl2pPr algn="ctr">
              <a:defRPr sz="1200" b="1">
                <a:solidFill>
                  <a:srgbClr val="5FA8D3"/>
                </a:solidFill>
              </a:defRPr>
            </a:lvl2pPr>
            <a:lvl3pPr algn="ctr">
              <a:defRPr sz="1200" b="1">
                <a:solidFill>
                  <a:srgbClr val="5FA8D3"/>
                </a:solidFill>
              </a:defRPr>
            </a:lvl3pPr>
            <a:lvl4pPr algn="ctr">
              <a:defRPr sz="1200" b="1">
                <a:solidFill>
                  <a:srgbClr val="5FA8D3"/>
                </a:solidFill>
              </a:defRPr>
            </a:lvl4pPr>
            <a:lvl5pPr algn="ctr">
              <a:defRPr sz="1200" b="1">
                <a:solidFill>
                  <a:srgbClr val="5FA8D3"/>
                </a:solidFill>
              </a:defRPr>
            </a:lvl5pPr>
            <a:lvl6pPr algn="ctr">
              <a:defRPr sz="1200" b="1">
                <a:solidFill>
                  <a:srgbClr val="5FA8D3"/>
                </a:solidFill>
              </a:defRPr>
            </a:lvl6pPr>
            <a:lvl7pPr algn="ctr">
              <a:defRPr sz="1200" b="1">
                <a:solidFill>
                  <a:srgbClr val="5FA8D3"/>
                </a:solidFill>
              </a:defRPr>
            </a:lvl7pPr>
            <a:lvl8pPr algn="ctr">
              <a:defRPr sz="1200" b="1">
                <a:solidFill>
                  <a:srgbClr val="5FA8D3"/>
                </a:solidFill>
              </a:defRPr>
            </a:lvl8pPr>
            <a:lvl9pPr algn="ctr">
              <a:defRPr sz="1200" b="1">
                <a:solidFill>
                  <a:srgbClr val="5FA8D3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5FA8D3"/>
                </a:solidFill>
              </a:defRPr>
            </a:pPr>
            <a:r>
              <a:rPr sz="1200" b="1">
                <a:solidFill>
                  <a:srgbClr val="5FA8D3"/>
                </a:solidFill>
              </a:rPr>
              <a:t>/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C62DC3-6840-4AE5-A330-F13D5ED1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63C69C"/>
                </a:solidFill>
              </a:defRPr>
            </a:defPPr>
            <a:lvl1pPr algn="ctr">
              <a:defRPr sz="1200" b="1">
                <a:solidFill>
                  <a:srgbClr val="63C69C"/>
                </a:solidFill>
              </a:defRPr>
            </a:lvl1pPr>
            <a:lvl2pPr algn="ctr">
              <a:defRPr sz="1200" b="1">
                <a:solidFill>
                  <a:srgbClr val="63C69C"/>
                </a:solidFill>
              </a:defRPr>
            </a:lvl2pPr>
            <a:lvl3pPr algn="ctr">
              <a:defRPr sz="1200" b="1">
                <a:solidFill>
                  <a:srgbClr val="63C69C"/>
                </a:solidFill>
              </a:defRPr>
            </a:lvl3pPr>
            <a:lvl4pPr algn="ctr">
              <a:defRPr sz="1200" b="1">
                <a:solidFill>
                  <a:srgbClr val="63C69C"/>
                </a:solidFill>
              </a:defRPr>
            </a:lvl4pPr>
            <a:lvl5pPr algn="ctr">
              <a:defRPr sz="1200" b="1">
                <a:solidFill>
                  <a:srgbClr val="63C69C"/>
                </a:solidFill>
              </a:defRPr>
            </a:lvl5pPr>
            <a:lvl6pPr algn="ctr">
              <a:defRPr sz="1200" b="1">
                <a:solidFill>
                  <a:srgbClr val="63C69C"/>
                </a:solidFill>
              </a:defRPr>
            </a:lvl6pPr>
            <a:lvl7pPr algn="ctr">
              <a:defRPr sz="1200" b="1">
                <a:solidFill>
                  <a:srgbClr val="63C69C"/>
                </a:solidFill>
              </a:defRPr>
            </a:lvl7pPr>
            <a:lvl8pPr algn="ctr">
              <a:defRPr sz="1200" b="1">
                <a:solidFill>
                  <a:srgbClr val="63C69C"/>
                </a:solidFill>
              </a:defRPr>
            </a:lvl8pPr>
            <a:lvl9pPr algn="ctr">
              <a:defRPr sz="1200" b="1">
                <a:solidFill>
                  <a:srgbClr val="63C69C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63C69C"/>
                </a:solidFill>
              </a:defRPr>
            </a:pPr>
            <a:r>
              <a:rPr sz="1200" b="1">
                <a:solidFill>
                  <a:srgbClr val="63C69C"/>
                </a:solidFill>
              </a:rPr>
              <a:t>/api/</a:t>
            </a:r>
          </a:p>
        </p:txBody>
      </p:sp>
    </p:spTree>
    <p:extLst>
      <p:ext uri="{BB962C8B-B14F-4D97-AF65-F5344CB8AC3E}">
        <p14:creationId xmlns:p14="http://schemas.microsoft.com/office/powerpoint/2010/main" val="17818081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F9D9C4-F4D0-4856-B41E-F5C041F6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C47A45"/>
                </a:solidFill>
              </a:defRPr>
            </a:defPPr>
            <a:lvl1pPr algn="l">
              <a:defRPr sz="1050" b="1">
                <a:solidFill>
                  <a:srgbClr val="C47A45"/>
                </a:solidFill>
              </a:defRPr>
            </a:lvl1pPr>
            <a:lvl2pPr algn="l">
              <a:defRPr sz="1050" b="1">
                <a:solidFill>
                  <a:srgbClr val="C47A45"/>
                </a:solidFill>
              </a:defRPr>
            </a:lvl2pPr>
            <a:lvl3pPr algn="l">
              <a:defRPr sz="1050" b="1">
                <a:solidFill>
                  <a:srgbClr val="C47A45"/>
                </a:solidFill>
              </a:defRPr>
            </a:lvl3pPr>
            <a:lvl4pPr algn="l">
              <a:defRPr sz="1050" b="1">
                <a:solidFill>
                  <a:srgbClr val="C47A45"/>
                </a:solidFill>
              </a:defRPr>
            </a:lvl4pPr>
            <a:lvl5pPr algn="l">
              <a:defRPr sz="1050" b="1">
                <a:solidFill>
                  <a:srgbClr val="C47A45"/>
                </a:solidFill>
              </a:defRPr>
            </a:lvl5pPr>
            <a:lvl6pPr algn="l">
              <a:defRPr sz="1050" b="1">
                <a:solidFill>
                  <a:srgbClr val="C47A45"/>
                </a:solidFill>
              </a:defRPr>
            </a:lvl6pPr>
            <a:lvl7pPr algn="l">
              <a:defRPr sz="1050" b="1">
                <a:solidFill>
                  <a:srgbClr val="C47A45"/>
                </a:solidFill>
              </a:defRPr>
            </a:lvl7pPr>
            <a:lvl8pPr algn="l">
              <a:defRPr sz="1050" b="1">
                <a:solidFill>
                  <a:srgbClr val="C47A45"/>
                </a:solidFill>
              </a:defRPr>
            </a:lvl8pPr>
            <a:lvl9pPr algn="l">
              <a:defRPr sz="1050" b="1">
                <a:solidFill>
                  <a:srgbClr val="C47A4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C47A45"/>
                </a:solidFill>
              </a:defRPr>
            </a:pPr>
            <a:r>
              <a:rPr sz="1050" b="1">
                <a:solidFill>
                  <a:srgbClr val="C47A45"/>
                </a:solidFill>
              </a:rPr>
              <a:t>ORGANIZACIÓN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BB67B-2BD5-456F-A176-B6CBACDD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FFFDFC"/>
                </a:solidFill>
              </a:defRPr>
            </a:defPPr>
            <a:lvl1pPr algn="l">
              <a:defRPr sz="3150" b="1">
                <a:solidFill>
                  <a:srgbClr val="FFFDFC"/>
                </a:solidFill>
              </a:defRPr>
            </a:lvl1pPr>
            <a:lvl2pPr algn="l">
              <a:defRPr sz="3150" b="1">
                <a:solidFill>
                  <a:srgbClr val="FFFDFC"/>
                </a:solidFill>
              </a:defRPr>
            </a:lvl2pPr>
            <a:lvl3pPr algn="l">
              <a:defRPr sz="3150" b="1">
                <a:solidFill>
                  <a:srgbClr val="FFFDFC"/>
                </a:solidFill>
              </a:defRPr>
            </a:lvl3pPr>
            <a:lvl4pPr algn="l">
              <a:defRPr sz="3150" b="1">
                <a:solidFill>
                  <a:srgbClr val="FFFDFC"/>
                </a:solidFill>
              </a:defRPr>
            </a:lvl4pPr>
            <a:lvl5pPr algn="l">
              <a:defRPr sz="3150" b="1">
                <a:solidFill>
                  <a:srgbClr val="FFFDFC"/>
                </a:solidFill>
              </a:defRPr>
            </a:lvl5pPr>
            <a:lvl6pPr algn="l">
              <a:defRPr sz="3150" b="1">
                <a:solidFill>
                  <a:srgbClr val="FFFDFC"/>
                </a:solidFill>
              </a:defRPr>
            </a:lvl6pPr>
            <a:lvl7pPr algn="l">
              <a:defRPr sz="3150" b="1">
                <a:solidFill>
                  <a:srgbClr val="FFFDFC"/>
                </a:solidFill>
              </a:defRPr>
            </a:lvl7pPr>
            <a:lvl8pPr algn="l">
              <a:defRPr sz="3150" b="1">
                <a:solidFill>
                  <a:srgbClr val="FFFDFC"/>
                </a:solidFill>
              </a:defRPr>
            </a:lvl8pPr>
            <a:lvl9pPr algn="l">
              <a:defRPr sz="3150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FDFC"/>
                </a:solidFill>
              </a:defRPr>
            </a:pPr>
            <a:r>
              <a:rPr sz="3150" b="1">
                <a:solidFill>
                  <a:srgbClr val="FFFDFC"/>
                </a:solidFill>
              </a:rPr>
              <a:t>Cinco frentes de trabajo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E9E7C2-5830-4864-8C6F-6D246A48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CCC78-2001-48C8-A744-BA23FA7B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B9ADA2"/>
                </a:solidFill>
              </a:defRPr>
            </a:defPPr>
            <a:lvl1pPr algn="l">
              <a:defRPr sz="900" b="0">
                <a:solidFill>
                  <a:srgbClr val="B9ADA2"/>
                </a:solidFill>
              </a:defRPr>
            </a:lvl1pPr>
            <a:lvl2pPr algn="l">
              <a:defRPr sz="900" b="0">
                <a:solidFill>
                  <a:srgbClr val="B9ADA2"/>
                </a:solidFill>
              </a:defRPr>
            </a:lvl2pPr>
            <a:lvl3pPr algn="l">
              <a:defRPr sz="900" b="0">
                <a:solidFill>
                  <a:srgbClr val="B9ADA2"/>
                </a:solidFill>
              </a:defRPr>
            </a:lvl3pPr>
            <a:lvl4pPr algn="l">
              <a:defRPr sz="900" b="0">
                <a:solidFill>
                  <a:srgbClr val="B9ADA2"/>
                </a:solidFill>
              </a:defRPr>
            </a:lvl4pPr>
            <a:lvl5pPr algn="l">
              <a:defRPr sz="900" b="0">
                <a:solidFill>
                  <a:srgbClr val="B9ADA2"/>
                </a:solidFill>
              </a:defRPr>
            </a:lvl5pPr>
            <a:lvl6pPr algn="l">
              <a:defRPr sz="900" b="0">
                <a:solidFill>
                  <a:srgbClr val="B9ADA2"/>
                </a:solidFill>
              </a:defRPr>
            </a:lvl6pPr>
            <a:lvl7pPr algn="l">
              <a:defRPr sz="900" b="0">
                <a:solidFill>
                  <a:srgbClr val="B9ADA2"/>
                </a:solidFill>
              </a:defRPr>
            </a:lvl7pPr>
            <a:lvl8pPr algn="l">
              <a:defRPr sz="900" b="0">
                <a:solidFill>
                  <a:srgbClr val="B9ADA2"/>
                </a:solidFill>
              </a:defRPr>
            </a:lvl8pPr>
            <a:lvl9pPr algn="l">
              <a:defRPr sz="900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B9ADA2"/>
                </a:solidFill>
              </a:defRPr>
            </a:pPr>
            <a:r>
              <a:rPr sz="900" b="0">
                <a:solidFill>
                  <a:srgbClr val="B9ADA2"/>
                </a:solidFill>
              </a:rPr>
              <a:t>CoffeeQueue · TP DevOps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309F9-B287-4001-967C-55B2C1AC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B9ADA2"/>
                </a:solidFill>
              </a:defRPr>
            </a:defPPr>
            <a:lvl1pPr algn="r">
              <a:defRPr sz="900" b="1">
                <a:solidFill>
                  <a:srgbClr val="B9ADA2"/>
                </a:solidFill>
              </a:defRPr>
            </a:lvl1pPr>
            <a:lvl2pPr algn="r">
              <a:defRPr sz="900" b="1">
                <a:solidFill>
                  <a:srgbClr val="B9ADA2"/>
                </a:solidFill>
              </a:defRPr>
            </a:lvl2pPr>
            <a:lvl3pPr algn="r">
              <a:defRPr sz="900" b="1">
                <a:solidFill>
                  <a:srgbClr val="B9ADA2"/>
                </a:solidFill>
              </a:defRPr>
            </a:lvl3pPr>
            <a:lvl4pPr algn="r">
              <a:defRPr sz="900" b="1">
                <a:solidFill>
                  <a:srgbClr val="B9ADA2"/>
                </a:solidFill>
              </a:defRPr>
            </a:lvl4pPr>
            <a:lvl5pPr algn="r">
              <a:defRPr sz="900" b="1">
                <a:solidFill>
                  <a:srgbClr val="B9ADA2"/>
                </a:solidFill>
              </a:defRPr>
            </a:lvl5pPr>
            <a:lvl6pPr algn="r">
              <a:defRPr sz="900" b="1">
                <a:solidFill>
                  <a:srgbClr val="B9ADA2"/>
                </a:solidFill>
              </a:defRPr>
            </a:lvl6pPr>
            <a:lvl7pPr algn="r">
              <a:defRPr sz="900" b="1">
                <a:solidFill>
                  <a:srgbClr val="B9ADA2"/>
                </a:solidFill>
              </a:defRPr>
            </a:lvl7pPr>
            <a:lvl8pPr algn="r">
              <a:defRPr sz="900" b="1">
                <a:solidFill>
                  <a:srgbClr val="B9ADA2"/>
                </a:solidFill>
              </a:defRPr>
            </a:lvl8pPr>
            <a:lvl9pPr algn="r">
              <a:defRPr sz="900" b="1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B9ADA2"/>
                </a:solidFill>
              </a:defRPr>
            </a:pPr>
            <a:r>
              <a:rPr sz="900" b="1">
                <a:solidFill>
                  <a:srgbClr val="B9ADA2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AA06B-E7E8-4480-9F93-314887AA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C47A45"/>
                </a:solidFill>
              </a:defRPr>
            </a:defPPr>
            <a:lvl1pPr algn="l">
              <a:defRPr sz="2250" b="1">
                <a:solidFill>
                  <a:srgbClr val="C47A45"/>
                </a:solidFill>
              </a:defRPr>
            </a:lvl1pPr>
            <a:lvl2pPr algn="l">
              <a:defRPr sz="2250" b="1">
                <a:solidFill>
                  <a:srgbClr val="C47A45"/>
                </a:solidFill>
              </a:defRPr>
            </a:lvl2pPr>
            <a:lvl3pPr algn="l">
              <a:defRPr sz="2250" b="1">
                <a:solidFill>
                  <a:srgbClr val="C47A45"/>
                </a:solidFill>
              </a:defRPr>
            </a:lvl3pPr>
            <a:lvl4pPr algn="l">
              <a:defRPr sz="2250" b="1">
                <a:solidFill>
                  <a:srgbClr val="C47A45"/>
                </a:solidFill>
              </a:defRPr>
            </a:lvl4pPr>
            <a:lvl5pPr algn="l">
              <a:defRPr sz="2250" b="1">
                <a:solidFill>
                  <a:srgbClr val="C47A45"/>
                </a:solidFill>
              </a:defRPr>
            </a:lvl5pPr>
            <a:lvl6pPr algn="l">
              <a:defRPr sz="2250" b="1">
                <a:solidFill>
                  <a:srgbClr val="C47A45"/>
                </a:solidFill>
              </a:defRPr>
            </a:lvl6pPr>
            <a:lvl7pPr algn="l">
              <a:defRPr sz="2250" b="1">
                <a:solidFill>
                  <a:srgbClr val="C47A45"/>
                </a:solidFill>
              </a:defRPr>
            </a:lvl7pPr>
            <a:lvl8pPr algn="l">
              <a:defRPr sz="2250" b="1">
                <a:solidFill>
                  <a:srgbClr val="C47A45"/>
                </a:solidFill>
              </a:defRPr>
            </a:lvl8pPr>
            <a:lvl9pPr algn="l">
              <a:defRPr sz="2250" b="1">
                <a:solidFill>
                  <a:srgbClr val="C47A45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C47A45"/>
                </a:solidFill>
              </a:defRPr>
            </a:pPr>
            <a:r>
              <a:rPr sz="2250" b="1">
                <a:solidFill>
                  <a:srgbClr val="C47A4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0D3BD-5C5E-474E-9CBF-3218A098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352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FFDFC"/>
                </a:solidFill>
              </a:defRPr>
            </a:defPPr>
            <a:lvl1pPr algn="l">
              <a:defRPr sz="1725" b="1">
                <a:solidFill>
                  <a:srgbClr val="FFFDFC"/>
                </a:solidFill>
              </a:defRPr>
            </a:lvl1pPr>
            <a:lvl2pPr algn="l">
              <a:defRPr sz="1725" b="1">
                <a:solidFill>
                  <a:srgbClr val="FFFDFC"/>
                </a:solidFill>
              </a:defRPr>
            </a:lvl2pPr>
            <a:lvl3pPr algn="l">
              <a:defRPr sz="1725" b="1">
                <a:solidFill>
                  <a:srgbClr val="FFFDFC"/>
                </a:solidFill>
              </a:defRPr>
            </a:lvl3pPr>
            <a:lvl4pPr algn="l">
              <a:defRPr sz="1725" b="1">
                <a:solidFill>
                  <a:srgbClr val="FFFDFC"/>
                </a:solidFill>
              </a:defRPr>
            </a:lvl4pPr>
            <a:lvl5pPr algn="l">
              <a:defRPr sz="1725" b="1">
                <a:solidFill>
                  <a:srgbClr val="FFFDFC"/>
                </a:solidFill>
              </a:defRPr>
            </a:lvl5pPr>
            <a:lvl6pPr algn="l">
              <a:defRPr sz="1725" b="1">
                <a:solidFill>
                  <a:srgbClr val="FFFDFC"/>
                </a:solidFill>
              </a:defRPr>
            </a:lvl6pPr>
            <a:lvl7pPr algn="l">
              <a:defRPr sz="1725" b="1">
                <a:solidFill>
                  <a:srgbClr val="FFFDFC"/>
                </a:solidFill>
              </a:defRPr>
            </a:lvl7pPr>
            <a:lvl8pPr algn="l">
              <a:defRPr sz="1725" b="1">
                <a:solidFill>
                  <a:srgbClr val="FFFDFC"/>
                </a:solidFill>
              </a:defRPr>
            </a:lvl8pPr>
            <a:lvl9pPr algn="l">
              <a:defRPr sz="172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DFC"/>
                </a:solidFill>
              </a:defRPr>
            </a:pPr>
            <a:r>
              <a:rPr sz="1725" b="1">
                <a:solidFill>
                  <a:srgbClr val="FFFDFC"/>
                </a:solidFill>
              </a:rPr>
              <a:t>Canary Deployment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73B8B-59E1-4C33-BA9E-01CFAE67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3525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B9ADA2"/>
                </a:solidFill>
              </a:defRPr>
            </a:defPPr>
            <a:lvl1pPr algn="l">
              <a:defRPr sz="1425" b="0">
                <a:solidFill>
                  <a:srgbClr val="B9ADA2"/>
                </a:solidFill>
              </a:defRPr>
            </a:lvl1pPr>
            <a:lvl2pPr algn="l">
              <a:defRPr sz="1425" b="0">
                <a:solidFill>
                  <a:srgbClr val="B9ADA2"/>
                </a:solidFill>
              </a:defRPr>
            </a:lvl2pPr>
            <a:lvl3pPr algn="l">
              <a:defRPr sz="1425" b="0">
                <a:solidFill>
                  <a:srgbClr val="B9ADA2"/>
                </a:solidFill>
              </a:defRPr>
            </a:lvl3pPr>
            <a:lvl4pPr algn="l">
              <a:defRPr sz="1425" b="0">
                <a:solidFill>
                  <a:srgbClr val="B9ADA2"/>
                </a:solidFill>
              </a:defRPr>
            </a:lvl4pPr>
            <a:lvl5pPr algn="l">
              <a:defRPr sz="1425" b="0">
                <a:solidFill>
                  <a:srgbClr val="B9ADA2"/>
                </a:solidFill>
              </a:defRPr>
            </a:lvl5pPr>
            <a:lvl6pPr algn="l">
              <a:defRPr sz="1425" b="0">
                <a:solidFill>
                  <a:srgbClr val="B9ADA2"/>
                </a:solidFill>
              </a:defRPr>
            </a:lvl6pPr>
            <a:lvl7pPr algn="l">
              <a:defRPr sz="1425" b="0">
                <a:solidFill>
                  <a:srgbClr val="B9ADA2"/>
                </a:solidFill>
              </a:defRPr>
            </a:lvl7pPr>
            <a:lvl8pPr algn="l">
              <a:defRPr sz="1425" b="0">
                <a:solidFill>
                  <a:srgbClr val="B9ADA2"/>
                </a:solidFill>
              </a:defRPr>
            </a:lvl8pPr>
            <a:lvl9pPr algn="l">
              <a:defRPr sz="14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9ADA2"/>
                </a:solidFill>
              </a:defRPr>
            </a:pPr>
            <a:r>
              <a:rPr sz="1425" b="0">
                <a:solidFill>
                  <a:srgbClr val="B9ADA2"/>
                </a:solidFill>
              </a:rPr>
              <a:t>Dos versiones simultáneas y control porcentual del tráfico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D90D3E-27AD-4608-A984-4D3CA32A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81200"/>
            <a:ext cx="971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E1B72-0BE8-4A93-B998-73F9125A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9552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5FA8D3"/>
                </a:solidFill>
              </a:defRPr>
            </a:defPPr>
            <a:lvl1pPr algn="l">
              <a:defRPr sz="2250" b="1">
                <a:solidFill>
                  <a:srgbClr val="5FA8D3"/>
                </a:solidFill>
              </a:defRPr>
            </a:lvl1pPr>
            <a:lvl2pPr algn="l">
              <a:defRPr sz="2250" b="1">
                <a:solidFill>
                  <a:srgbClr val="5FA8D3"/>
                </a:solidFill>
              </a:defRPr>
            </a:lvl2pPr>
            <a:lvl3pPr algn="l">
              <a:defRPr sz="2250" b="1">
                <a:solidFill>
                  <a:srgbClr val="5FA8D3"/>
                </a:solidFill>
              </a:defRPr>
            </a:lvl3pPr>
            <a:lvl4pPr algn="l">
              <a:defRPr sz="2250" b="1">
                <a:solidFill>
                  <a:srgbClr val="5FA8D3"/>
                </a:solidFill>
              </a:defRPr>
            </a:lvl4pPr>
            <a:lvl5pPr algn="l">
              <a:defRPr sz="2250" b="1">
                <a:solidFill>
                  <a:srgbClr val="5FA8D3"/>
                </a:solidFill>
              </a:defRPr>
            </a:lvl5pPr>
            <a:lvl6pPr algn="l">
              <a:defRPr sz="2250" b="1">
                <a:solidFill>
                  <a:srgbClr val="5FA8D3"/>
                </a:solidFill>
              </a:defRPr>
            </a:lvl6pPr>
            <a:lvl7pPr algn="l">
              <a:defRPr sz="2250" b="1">
                <a:solidFill>
                  <a:srgbClr val="5FA8D3"/>
                </a:solidFill>
              </a:defRPr>
            </a:lvl7pPr>
            <a:lvl8pPr algn="l">
              <a:defRPr sz="2250" b="1">
                <a:solidFill>
                  <a:srgbClr val="5FA8D3"/>
                </a:solidFill>
              </a:defRPr>
            </a:lvl8pPr>
            <a:lvl9pPr algn="l">
              <a:defRPr sz="2250" b="1">
                <a:solidFill>
                  <a:srgbClr val="5FA8D3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5FA8D3"/>
                </a:solidFill>
              </a:defRPr>
            </a:pPr>
            <a:r>
              <a:rPr sz="2250" b="1">
                <a:solidFill>
                  <a:srgbClr val="5FA8D3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10046-1772-42B1-9B20-5AEDADFC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955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FFDFC"/>
                </a:solidFill>
              </a:defRPr>
            </a:defPPr>
            <a:lvl1pPr algn="l">
              <a:defRPr sz="1725" b="1">
                <a:solidFill>
                  <a:srgbClr val="FFFDFC"/>
                </a:solidFill>
              </a:defRPr>
            </a:lvl1pPr>
            <a:lvl2pPr algn="l">
              <a:defRPr sz="1725" b="1">
                <a:solidFill>
                  <a:srgbClr val="FFFDFC"/>
                </a:solidFill>
              </a:defRPr>
            </a:lvl2pPr>
            <a:lvl3pPr algn="l">
              <a:defRPr sz="1725" b="1">
                <a:solidFill>
                  <a:srgbClr val="FFFDFC"/>
                </a:solidFill>
              </a:defRPr>
            </a:lvl3pPr>
            <a:lvl4pPr algn="l">
              <a:defRPr sz="1725" b="1">
                <a:solidFill>
                  <a:srgbClr val="FFFDFC"/>
                </a:solidFill>
              </a:defRPr>
            </a:lvl4pPr>
            <a:lvl5pPr algn="l">
              <a:defRPr sz="1725" b="1">
                <a:solidFill>
                  <a:srgbClr val="FFFDFC"/>
                </a:solidFill>
              </a:defRPr>
            </a:lvl5pPr>
            <a:lvl6pPr algn="l">
              <a:defRPr sz="1725" b="1">
                <a:solidFill>
                  <a:srgbClr val="FFFDFC"/>
                </a:solidFill>
              </a:defRPr>
            </a:lvl6pPr>
            <a:lvl7pPr algn="l">
              <a:defRPr sz="1725" b="1">
                <a:solidFill>
                  <a:srgbClr val="FFFDFC"/>
                </a:solidFill>
              </a:defRPr>
            </a:lvl7pPr>
            <a:lvl8pPr algn="l">
              <a:defRPr sz="1725" b="1">
                <a:solidFill>
                  <a:srgbClr val="FFFDFC"/>
                </a:solidFill>
              </a:defRPr>
            </a:lvl8pPr>
            <a:lvl9pPr algn="l">
              <a:defRPr sz="172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DFC"/>
                </a:solidFill>
              </a:defRPr>
            </a:pPr>
            <a:r>
              <a:rPr sz="1725" b="1">
                <a:solidFill>
                  <a:srgbClr val="FFFDFC"/>
                </a:solidFill>
              </a:rPr>
              <a:t>Feature Flags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7823F-B27A-4892-A6EE-75B67FC1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9552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B9ADA2"/>
                </a:solidFill>
              </a:defRPr>
            </a:defPPr>
            <a:lvl1pPr algn="l">
              <a:defRPr sz="1425" b="0">
                <a:solidFill>
                  <a:srgbClr val="B9ADA2"/>
                </a:solidFill>
              </a:defRPr>
            </a:lvl1pPr>
            <a:lvl2pPr algn="l">
              <a:defRPr sz="1425" b="0">
                <a:solidFill>
                  <a:srgbClr val="B9ADA2"/>
                </a:solidFill>
              </a:defRPr>
            </a:lvl2pPr>
            <a:lvl3pPr algn="l">
              <a:defRPr sz="1425" b="0">
                <a:solidFill>
                  <a:srgbClr val="B9ADA2"/>
                </a:solidFill>
              </a:defRPr>
            </a:lvl3pPr>
            <a:lvl4pPr algn="l">
              <a:defRPr sz="1425" b="0">
                <a:solidFill>
                  <a:srgbClr val="B9ADA2"/>
                </a:solidFill>
              </a:defRPr>
            </a:lvl4pPr>
            <a:lvl5pPr algn="l">
              <a:defRPr sz="1425" b="0">
                <a:solidFill>
                  <a:srgbClr val="B9ADA2"/>
                </a:solidFill>
              </a:defRPr>
            </a:lvl5pPr>
            <a:lvl6pPr algn="l">
              <a:defRPr sz="1425" b="0">
                <a:solidFill>
                  <a:srgbClr val="B9ADA2"/>
                </a:solidFill>
              </a:defRPr>
            </a:lvl6pPr>
            <a:lvl7pPr algn="l">
              <a:defRPr sz="1425" b="0">
                <a:solidFill>
                  <a:srgbClr val="B9ADA2"/>
                </a:solidFill>
              </a:defRPr>
            </a:lvl7pPr>
            <a:lvl8pPr algn="l">
              <a:defRPr sz="1425" b="0">
                <a:solidFill>
                  <a:srgbClr val="B9ADA2"/>
                </a:solidFill>
              </a:defRPr>
            </a:lvl8pPr>
            <a:lvl9pPr algn="l">
              <a:defRPr sz="14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9ADA2"/>
                </a:solidFill>
              </a:defRPr>
            </a:pPr>
            <a:r>
              <a:rPr sz="1425" b="0">
                <a:solidFill>
                  <a:srgbClr val="B9ADA2"/>
                </a:solidFill>
              </a:rPr>
              <a:t>Activación funcional sin reconstruir ni desplegar otra imagen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276AF-3CCB-4925-8863-FE6611DB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24175"/>
            <a:ext cx="971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0C3010-6DE4-40A5-B87A-4F7C5378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E3B45E"/>
                </a:solidFill>
              </a:defRPr>
            </a:defPPr>
            <a:lvl1pPr algn="l">
              <a:defRPr sz="2250" b="1">
                <a:solidFill>
                  <a:srgbClr val="E3B45E"/>
                </a:solidFill>
              </a:defRPr>
            </a:lvl1pPr>
            <a:lvl2pPr algn="l">
              <a:defRPr sz="2250" b="1">
                <a:solidFill>
                  <a:srgbClr val="E3B45E"/>
                </a:solidFill>
              </a:defRPr>
            </a:lvl2pPr>
            <a:lvl3pPr algn="l">
              <a:defRPr sz="2250" b="1">
                <a:solidFill>
                  <a:srgbClr val="E3B45E"/>
                </a:solidFill>
              </a:defRPr>
            </a:lvl3pPr>
            <a:lvl4pPr algn="l">
              <a:defRPr sz="2250" b="1">
                <a:solidFill>
                  <a:srgbClr val="E3B45E"/>
                </a:solidFill>
              </a:defRPr>
            </a:lvl4pPr>
            <a:lvl5pPr algn="l">
              <a:defRPr sz="2250" b="1">
                <a:solidFill>
                  <a:srgbClr val="E3B45E"/>
                </a:solidFill>
              </a:defRPr>
            </a:lvl5pPr>
            <a:lvl6pPr algn="l">
              <a:defRPr sz="2250" b="1">
                <a:solidFill>
                  <a:srgbClr val="E3B45E"/>
                </a:solidFill>
              </a:defRPr>
            </a:lvl6pPr>
            <a:lvl7pPr algn="l">
              <a:defRPr sz="2250" b="1">
                <a:solidFill>
                  <a:srgbClr val="E3B45E"/>
                </a:solidFill>
              </a:defRPr>
            </a:lvl7pPr>
            <a:lvl8pPr algn="l">
              <a:defRPr sz="2250" b="1">
                <a:solidFill>
                  <a:srgbClr val="E3B45E"/>
                </a:solidFill>
              </a:defRPr>
            </a:lvl8pPr>
            <a:lvl9pPr algn="l">
              <a:defRPr sz="2250" b="1">
                <a:solidFill>
                  <a:srgbClr val="E3B45E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E3B45E"/>
                </a:solidFill>
              </a:defRPr>
            </a:pPr>
            <a:r>
              <a:rPr sz="2250" b="1">
                <a:solidFill>
                  <a:srgbClr val="E3B45E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B9F4A-6C1A-448D-9B07-587A3527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FFDFC"/>
                </a:solidFill>
              </a:defRPr>
            </a:defPPr>
            <a:lvl1pPr algn="l">
              <a:defRPr sz="1725" b="1">
                <a:solidFill>
                  <a:srgbClr val="FFFDFC"/>
                </a:solidFill>
              </a:defRPr>
            </a:lvl1pPr>
            <a:lvl2pPr algn="l">
              <a:defRPr sz="1725" b="1">
                <a:solidFill>
                  <a:srgbClr val="FFFDFC"/>
                </a:solidFill>
              </a:defRPr>
            </a:lvl2pPr>
            <a:lvl3pPr algn="l">
              <a:defRPr sz="1725" b="1">
                <a:solidFill>
                  <a:srgbClr val="FFFDFC"/>
                </a:solidFill>
              </a:defRPr>
            </a:lvl3pPr>
            <a:lvl4pPr algn="l">
              <a:defRPr sz="1725" b="1">
                <a:solidFill>
                  <a:srgbClr val="FFFDFC"/>
                </a:solidFill>
              </a:defRPr>
            </a:lvl4pPr>
            <a:lvl5pPr algn="l">
              <a:defRPr sz="1725" b="1">
                <a:solidFill>
                  <a:srgbClr val="FFFDFC"/>
                </a:solidFill>
              </a:defRPr>
            </a:lvl5pPr>
            <a:lvl6pPr algn="l">
              <a:defRPr sz="1725" b="1">
                <a:solidFill>
                  <a:srgbClr val="FFFDFC"/>
                </a:solidFill>
              </a:defRPr>
            </a:lvl6pPr>
            <a:lvl7pPr algn="l">
              <a:defRPr sz="1725" b="1">
                <a:solidFill>
                  <a:srgbClr val="FFFDFC"/>
                </a:solidFill>
              </a:defRPr>
            </a:lvl7pPr>
            <a:lvl8pPr algn="l">
              <a:defRPr sz="1725" b="1">
                <a:solidFill>
                  <a:srgbClr val="FFFDFC"/>
                </a:solidFill>
              </a:defRPr>
            </a:lvl8pPr>
            <a:lvl9pPr algn="l">
              <a:defRPr sz="172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DFC"/>
                </a:solidFill>
              </a:defRPr>
            </a:pPr>
            <a:r>
              <a:rPr sz="1725" b="1">
                <a:solidFill>
                  <a:srgbClr val="FFFDFC"/>
                </a:solidFill>
              </a:rPr>
              <a:t>Terraform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AEFEB0-0561-4106-98DA-85A8AD94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385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B9ADA2"/>
                </a:solidFill>
              </a:defRPr>
            </a:defPPr>
            <a:lvl1pPr algn="l">
              <a:defRPr sz="1425" b="0">
                <a:solidFill>
                  <a:srgbClr val="B9ADA2"/>
                </a:solidFill>
              </a:defRPr>
            </a:lvl1pPr>
            <a:lvl2pPr algn="l">
              <a:defRPr sz="1425" b="0">
                <a:solidFill>
                  <a:srgbClr val="B9ADA2"/>
                </a:solidFill>
              </a:defRPr>
            </a:lvl2pPr>
            <a:lvl3pPr algn="l">
              <a:defRPr sz="1425" b="0">
                <a:solidFill>
                  <a:srgbClr val="B9ADA2"/>
                </a:solidFill>
              </a:defRPr>
            </a:lvl3pPr>
            <a:lvl4pPr algn="l">
              <a:defRPr sz="1425" b="0">
                <a:solidFill>
                  <a:srgbClr val="B9ADA2"/>
                </a:solidFill>
              </a:defRPr>
            </a:lvl4pPr>
            <a:lvl5pPr algn="l">
              <a:defRPr sz="1425" b="0">
                <a:solidFill>
                  <a:srgbClr val="B9ADA2"/>
                </a:solidFill>
              </a:defRPr>
            </a:lvl5pPr>
            <a:lvl6pPr algn="l">
              <a:defRPr sz="1425" b="0">
                <a:solidFill>
                  <a:srgbClr val="B9ADA2"/>
                </a:solidFill>
              </a:defRPr>
            </a:lvl6pPr>
            <a:lvl7pPr algn="l">
              <a:defRPr sz="1425" b="0">
                <a:solidFill>
                  <a:srgbClr val="B9ADA2"/>
                </a:solidFill>
              </a:defRPr>
            </a:lvl7pPr>
            <a:lvl8pPr algn="l">
              <a:defRPr sz="1425" b="0">
                <a:solidFill>
                  <a:srgbClr val="B9ADA2"/>
                </a:solidFill>
              </a:defRPr>
            </a:lvl8pPr>
            <a:lvl9pPr algn="l">
              <a:defRPr sz="14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9ADA2"/>
                </a:solidFill>
              </a:defRPr>
            </a:pPr>
            <a:r>
              <a:rPr sz="1425" b="0">
                <a:solidFill>
                  <a:srgbClr val="B9ADA2"/>
                </a:solidFill>
              </a:rPr>
              <a:t>Infraestructura declarada, revisable y reproducible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E6A4BD-9DD5-421C-ABE3-75A6026C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67150"/>
            <a:ext cx="971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15E41F-EE81-4FBC-98EB-BBDE5C7E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8147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63C69C"/>
                </a:solidFill>
              </a:defRPr>
            </a:defPPr>
            <a:lvl1pPr algn="l">
              <a:defRPr sz="2250" b="1">
                <a:solidFill>
                  <a:srgbClr val="63C69C"/>
                </a:solidFill>
              </a:defRPr>
            </a:lvl1pPr>
            <a:lvl2pPr algn="l">
              <a:defRPr sz="2250" b="1">
                <a:solidFill>
                  <a:srgbClr val="63C69C"/>
                </a:solidFill>
              </a:defRPr>
            </a:lvl2pPr>
            <a:lvl3pPr algn="l">
              <a:defRPr sz="2250" b="1">
                <a:solidFill>
                  <a:srgbClr val="63C69C"/>
                </a:solidFill>
              </a:defRPr>
            </a:lvl3pPr>
            <a:lvl4pPr algn="l">
              <a:defRPr sz="2250" b="1">
                <a:solidFill>
                  <a:srgbClr val="63C69C"/>
                </a:solidFill>
              </a:defRPr>
            </a:lvl4pPr>
            <a:lvl5pPr algn="l">
              <a:defRPr sz="2250" b="1">
                <a:solidFill>
                  <a:srgbClr val="63C69C"/>
                </a:solidFill>
              </a:defRPr>
            </a:lvl5pPr>
            <a:lvl6pPr algn="l">
              <a:defRPr sz="2250" b="1">
                <a:solidFill>
                  <a:srgbClr val="63C69C"/>
                </a:solidFill>
              </a:defRPr>
            </a:lvl6pPr>
            <a:lvl7pPr algn="l">
              <a:defRPr sz="2250" b="1">
                <a:solidFill>
                  <a:srgbClr val="63C69C"/>
                </a:solidFill>
              </a:defRPr>
            </a:lvl7pPr>
            <a:lvl8pPr algn="l">
              <a:defRPr sz="2250" b="1">
                <a:solidFill>
                  <a:srgbClr val="63C69C"/>
                </a:solidFill>
              </a:defRPr>
            </a:lvl8pPr>
            <a:lvl9pPr algn="l">
              <a:defRPr sz="2250" b="1">
                <a:solidFill>
                  <a:srgbClr val="63C69C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63C69C"/>
                </a:solidFill>
              </a:defRPr>
            </a:pPr>
            <a:r>
              <a:rPr sz="2250" b="1">
                <a:solidFill>
                  <a:srgbClr val="63C69C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462557-8FAF-45B2-8385-E1C75E70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814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FFDFC"/>
                </a:solidFill>
              </a:defRPr>
            </a:defPPr>
            <a:lvl1pPr algn="l">
              <a:defRPr sz="1725" b="1">
                <a:solidFill>
                  <a:srgbClr val="FFFDFC"/>
                </a:solidFill>
              </a:defRPr>
            </a:lvl1pPr>
            <a:lvl2pPr algn="l">
              <a:defRPr sz="1725" b="1">
                <a:solidFill>
                  <a:srgbClr val="FFFDFC"/>
                </a:solidFill>
              </a:defRPr>
            </a:lvl2pPr>
            <a:lvl3pPr algn="l">
              <a:defRPr sz="1725" b="1">
                <a:solidFill>
                  <a:srgbClr val="FFFDFC"/>
                </a:solidFill>
              </a:defRPr>
            </a:lvl3pPr>
            <a:lvl4pPr algn="l">
              <a:defRPr sz="1725" b="1">
                <a:solidFill>
                  <a:srgbClr val="FFFDFC"/>
                </a:solidFill>
              </a:defRPr>
            </a:lvl4pPr>
            <a:lvl5pPr algn="l">
              <a:defRPr sz="1725" b="1">
                <a:solidFill>
                  <a:srgbClr val="FFFDFC"/>
                </a:solidFill>
              </a:defRPr>
            </a:lvl5pPr>
            <a:lvl6pPr algn="l">
              <a:defRPr sz="1725" b="1">
                <a:solidFill>
                  <a:srgbClr val="FFFDFC"/>
                </a:solidFill>
              </a:defRPr>
            </a:lvl6pPr>
            <a:lvl7pPr algn="l">
              <a:defRPr sz="1725" b="1">
                <a:solidFill>
                  <a:srgbClr val="FFFDFC"/>
                </a:solidFill>
              </a:defRPr>
            </a:lvl7pPr>
            <a:lvl8pPr algn="l">
              <a:defRPr sz="1725" b="1">
                <a:solidFill>
                  <a:srgbClr val="FFFDFC"/>
                </a:solidFill>
              </a:defRPr>
            </a:lvl8pPr>
            <a:lvl9pPr algn="l">
              <a:defRPr sz="172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DFC"/>
                </a:solidFill>
              </a:defRPr>
            </a:pPr>
            <a:r>
              <a:rPr sz="1725" b="1">
                <a:solidFill>
                  <a:srgbClr val="FFFDFC"/>
                </a:solidFill>
              </a:rPr>
              <a:t>Integración y testing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9367C5-3B65-4F2B-8D26-C683DF87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8147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B9ADA2"/>
                </a:solidFill>
              </a:defRPr>
            </a:defPPr>
            <a:lvl1pPr algn="l">
              <a:defRPr sz="1425" b="0">
                <a:solidFill>
                  <a:srgbClr val="B9ADA2"/>
                </a:solidFill>
              </a:defRPr>
            </a:lvl1pPr>
            <a:lvl2pPr algn="l">
              <a:defRPr sz="1425" b="0">
                <a:solidFill>
                  <a:srgbClr val="B9ADA2"/>
                </a:solidFill>
              </a:defRPr>
            </a:lvl2pPr>
            <a:lvl3pPr algn="l">
              <a:defRPr sz="1425" b="0">
                <a:solidFill>
                  <a:srgbClr val="B9ADA2"/>
                </a:solidFill>
              </a:defRPr>
            </a:lvl3pPr>
            <a:lvl4pPr algn="l">
              <a:defRPr sz="1425" b="0">
                <a:solidFill>
                  <a:srgbClr val="B9ADA2"/>
                </a:solidFill>
              </a:defRPr>
            </a:lvl4pPr>
            <a:lvl5pPr algn="l">
              <a:defRPr sz="1425" b="0">
                <a:solidFill>
                  <a:srgbClr val="B9ADA2"/>
                </a:solidFill>
              </a:defRPr>
            </a:lvl5pPr>
            <a:lvl6pPr algn="l">
              <a:defRPr sz="1425" b="0">
                <a:solidFill>
                  <a:srgbClr val="B9ADA2"/>
                </a:solidFill>
              </a:defRPr>
            </a:lvl6pPr>
            <a:lvl7pPr algn="l">
              <a:defRPr sz="1425" b="0">
                <a:solidFill>
                  <a:srgbClr val="B9ADA2"/>
                </a:solidFill>
              </a:defRPr>
            </a:lvl7pPr>
            <a:lvl8pPr algn="l">
              <a:defRPr sz="1425" b="0">
                <a:solidFill>
                  <a:srgbClr val="B9ADA2"/>
                </a:solidFill>
              </a:defRPr>
            </a:lvl8pPr>
            <a:lvl9pPr algn="l">
              <a:defRPr sz="14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9ADA2"/>
                </a:solidFill>
              </a:defRPr>
            </a:pPr>
            <a:r>
              <a:rPr sz="1425" b="0">
                <a:solidFill>
                  <a:srgbClr val="B9ADA2"/>
                </a:solidFill>
              </a:rPr>
              <a:t>Pruebas automáticas antes de construir y desplegar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1BACC6-4229-44B4-9CA5-2C61EAFD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10125"/>
            <a:ext cx="971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387F00-D40F-46D2-9F02-FF78A044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E46B68"/>
                </a:solidFill>
              </a:defRPr>
            </a:defPPr>
            <a:lvl1pPr algn="l">
              <a:defRPr sz="2250" b="1">
                <a:solidFill>
                  <a:srgbClr val="E46B68"/>
                </a:solidFill>
              </a:defRPr>
            </a:lvl1pPr>
            <a:lvl2pPr algn="l">
              <a:defRPr sz="2250" b="1">
                <a:solidFill>
                  <a:srgbClr val="E46B68"/>
                </a:solidFill>
              </a:defRPr>
            </a:lvl2pPr>
            <a:lvl3pPr algn="l">
              <a:defRPr sz="2250" b="1">
                <a:solidFill>
                  <a:srgbClr val="E46B68"/>
                </a:solidFill>
              </a:defRPr>
            </a:lvl3pPr>
            <a:lvl4pPr algn="l">
              <a:defRPr sz="2250" b="1">
                <a:solidFill>
                  <a:srgbClr val="E46B68"/>
                </a:solidFill>
              </a:defRPr>
            </a:lvl4pPr>
            <a:lvl5pPr algn="l">
              <a:defRPr sz="2250" b="1">
                <a:solidFill>
                  <a:srgbClr val="E46B68"/>
                </a:solidFill>
              </a:defRPr>
            </a:lvl5pPr>
            <a:lvl6pPr algn="l">
              <a:defRPr sz="2250" b="1">
                <a:solidFill>
                  <a:srgbClr val="E46B68"/>
                </a:solidFill>
              </a:defRPr>
            </a:lvl6pPr>
            <a:lvl7pPr algn="l">
              <a:defRPr sz="2250" b="1">
                <a:solidFill>
                  <a:srgbClr val="E46B68"/>
                </a:solidFill>
              </a:defRPr>
            </a:lvl7pPr>
            <a:lvl8pPr algn="l">
              <a:defRPr sz="2250" b="1">
                <a:solidFill>
                  <a:srgbClr val="E46B68"/>
                </a:solidFill>
              </a:defRPr>
            </a:lvl8pPr>
            <a:lvl9pPr algn="l">
              <a:defRPr sz="2250" b="1">
                <a:solidFill>
                  <a:srgbClr val="E46B68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E46B68"/>
                </a:solidFill>
              </a:defRPr>
            </a:pPr>
            <a:r>
              <a:rPr sz="2250" b="1">
                <a:solidFill>
                  <a:srgbClr val="E46B68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4ACC58-4444-48F0-B82F-1F1F9C54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24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FFDFC"/>
                </a:solidFill>
              </a:defRPr>
            </a:defPPr>
            <a:lvl1pPr algn="l">
              <a:defRPr sz="1725" b="1">
                <a:solidFill>
                  <a:srgbClr val="FFFDFC"/>
                </a:solidFill>
              </a:defRPr>
            </a:lvl1pPr>
            <a:lvl2pPr algn="l">
              <a:defRPr sz="1725" b="1">
                <a:solidFill>
                  <a:srgbClr val="FFFDFC"/>
                </a:solidFill>
              </a:defRPr>
            </a:lvl2pPr>
            <a:lvl3pPr algn="l">
              <a:defRPr sz="1725" b="1">
                <a:solidFill>
                  <a:srgbClr val="FFFDFC"/>
                </a:solidFill>
              </a:defRPr>
            </a:lvl3pPr>
            <a:lvl4pPr algn="l">
              <a:defRPr sz="1725" b="1">
                <a:solidFill>
                  <a:srgbClr val="FFFDFC"/>
                </a:solidFill>
              </a:defRPr>
            </a:lvl4pPr>
            <a:lvl5pPr algn="l">
              <a:defRPr sz="1725" b="1">
                <a:solidFill>
                  <a:srgbClr val="FFFDFC"/>
                </a:solidFill>
              </a:defRPr>
            </a:lvl5pPr>
            <a:lvl6pPr algn="l">
              <a:defRPr sz="1725" b="1">
                <a:solidFill>
                  <a:srgbClr val="FFFDFC"/>
                </a:solidFill>
              </a:defRPr>
            </a:lvl6pPr>
            <a:lvl7pPr algn="l">
              <a:defRPr sz="1725" b="1">
                <a:solidFill>
                  <a:srgbClr val="FFFDFC"/>
                </a:solidFill>
              </a:defRPr>
            </a:lvl7pPr>
            <a:lvl8pPr algn="l">
              <a:defRPr sz="1725" b="1">
                <a:solidFill>
                  <a:srgbClr val="FFFDFC"/>
                </a:solidFill>
              </a:defRPr>
            </a:lvl8pPr>
            <a:lvl9pPr algn="l">
              <a:defRPr sz="172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DFC"/>
                </a:solidFill>
              </a:defRPr>
            </a:pPr>
            <a:r>
              <a:rPr sz="1725" b="1">
                <a:solidFill>
                  <a:srgbClr val="FFFDFC"/>
                </a:solidFill>
              </a:rPr>
              <a:t>Documentación y presentación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CC7DEA-163B-4093-841D-05A93843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1244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B9ADA2"/>
                </a:solidFill>
              </a:defRPr>
            </a:defPPr>
            <a:lvl1pPr algn="l">
              <a:defRPr sz="1425" b="0">
                <a:solidFill>
                  <a:srgbClr val="B9ADA2"/>
                </a:solidFill>
              </a:defRPr>
            </a:lvl1pPr>
            <a:lvl2pPr algn="l">
              <a:defRPr sz="1425" b="0">
                <a:solidFill>
                  <a:srgbClr val="B9ADA2"/>
                </a:solidFill>
              </a:defRPr>
            </a:lvl2pPr>
            <a:lvl3pPr algn="l">
              <a:defRPr sz="1425" b="0">
                <a:solidFill>
                  <a:srgbClr val="B9ADA2"/>
                </a:solidFill>
              </a:defRPr>
            </a:lvl3pPr>
            <a:lvl4pPr algn="l">
              <a:defRPr sz="1425" b="0">
                <a:solidFill>
                  <a:srgbClr val="B9ADA2"/>
                </a:solidFill>
              </a:defRPr>
            </a:lvl4pPr>
            <a:lvl5pPr algn="l">
              <a:defRPr sz="1425" b="0">
                <a:solidFill>
                  <a:srgbClr val="B9ADA2"/>
                </a:solidFill>
              </a:defRPr>
            </a:lvl5pPr>
            <a:lvl6pPr algn="l">
              <a:defRPr sz="1425" b="0">
                <a:solidFill>
                  <a:srgbClr val="B9ADA2"/>
                </a:solidFill>
              </a:defRPr>
            </a:lvl6pPr>
            <a:lvl7pPr algn="l">
              <a:defRPr sz="1425" b="0">
                <a:solidFill>
                  <a:srgbClr val="B9ADA2"/>
                </a:solidFill>
              </a:defRPr>
            </a:lvl7pPr>
            <a:lvl8pPr algn="l">
              <a:defRPr sz="1425" b="0">
                <a:solidFill>
                  <a:srgbClr val="B9ADA2"/>
                </a:solidFill>
              </a:defRPr>
            </a:lvl8pPr>
            <a:lvl9pPr algn="l">
              <a:defRPr sz="14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9ADA2"/>
                </a:solidFill>
              </a:defRPr>
            </a:pPr>
            <a:r>
              <a:rPr sz="1425" b="0">
                <a:solidFill>
                  <a:srgbClr val="B9ADA2"/>
                </a:solidFill>
              </a:rPr>
              <a:t>Procedimientos, evidencia y exposición reproducible</a:t>
            </a:r>
          </a:p>
        </p:txBody>
      </p:sp>
    </p:spTree>
    <p:extLst>
      <p:ext uri="{BB962C8B-B14F-4D97-AF65-F5344CB8AC3E}">
        <p14:creationId xmlns:p14="http://schemas.microsoft.com/office/powerpoint/2010/main" val="6575884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13E97F-7D00-482A-8058-EF89AB28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C47A45"/>
                </a:solidFill>
              </a:defRPr>
            </a:defPPr>
            <a:lvl1pPr algn="l">
              <a:defRPr sz="1050" b="1">
                <a:solidFill>
                  <a:srgbClr val="C47A45"/>
                </a:solidFill>
              </a:defRPr>
            </a:lvl1pPr>
            <a:lvl2pPr algn="l">
              <a:defRPr sz="1050" b="1">
                <a:solidFill>
                  <a:srgbClr val="C47A45"/>
                </a:solidFill>
              </a:defRPr>
            </a:lvl2pPr>
            <a:lvl3pPr algn="l">
              <a:defRPr sz="1050" b="1">
                <a:solidFill>
                  <a:srgbClr val="C47A45"/>
                </a:solidFill>
              </a:defRPr>
            </a:lvl3pPr>
            <a:lvl4pPr algn="l">
              <a:defRPr sz="1050" b="1">
                <a:solidFill>
                  <a:srgbClr val="C47A45"/>
                </a:solidFill>
              </a:defRPr>
            </a:lvl4pPr>
            <a:lvl5pPr algn="l">
              <a:defRPr sz="1050" b="1">
                <a:solidFill>
                  <a:srgbClr val="C47A45"/>
                </a:solidFill>
              </a:defRPr>
            </a:lvl5pPr>
            <a:lvl6pPr algn="l">
              <a:defRPr sz="1050" b="1">
                <a:solidFill>
                  <a:srgbClr val="C47A45"/>
                </a:solidFill>
              </a:defRPr>
            </a:lvl6pPr>
            <a:lvl7pPr algn="l">
              <a:defRPr sz="1050" b="1">
                <a:solidFill>
                  <a:srgbClr val="C47A45"/>
                </a:solidFill>
              </a:defRPr>
            </a:lvl7pPr>
            <a:lvl8pPr algn="l">
              <a:defRPr sz="1050" b="1">
                <a:solidFill>
                  <a:srgbClr val="C47A45"/>
                </a:solidFill>
              </a:defRPr>
            </a:lvl8pPr>
            <a:lvl9pPr algn="l">
              <a:defRPr sz="1050" b="1">
                <a:solidFill>
                  <a:srgbClr val="C47A4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C47A45"/>
                </a:solidFill>
              </a:defRPr>
            </a:pPr>
            <a:r>
              <a:rPr sz="1050" b="1">
                <a:solidFill>
                  <a:srgbClr val="C47A45"/>
                </a:solidFill>
              </a:rPr>
              <a:t>CANARY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A1C24-BFF6-4091-80C8-B113C2F9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FFFDFC"/>
                </a:solidFill>
              </a:defRPr>
            </a:defPPr>
            <a:lvl1pPr algn="l">
              <a:defRPr sz="3150" b="1">
                <a:solidFill>
                  <a:srgbClr val="FFFDFC"/>
                </a:solidFill>
              </a:defRPr>
            </a:lvl1pPr>
            <a:lvl2pPr algn="l">
              <a:defRPr sz="3150" b="1">
                <a:solidFill>
                  <a:srgbClr val="FFFDFC"/>
                </a:solidFill>
              </a:defRPr>
            </a:lvl2pPr>
            <a:lvl3pPr algn="l">
              <a:defRPr sz="3150" b="1">
                <a:solidFill>
                  <a:srgbClr val="FFFDFC"/>
                </a:solidFill>
              </a:defRPr>
            </a:lvl3pPr>
            <a:lvl4pPr algn="l">
              <a:defRPr sz="3150" b="1">
                <a:solidFill>
                  <a:srgbClr val="FFFDFC"/>
                </a:solidFill>
              </a:defRPr>
            </a:lvl4pPr>
            <a:lvl5pPr algn="l">
              <a:defRPr sz="3150" b="1">
                <a:solidFill>
                  <a:srgbClr val="FFFDFC"/>
                </a:solidFill>
              </a:defRPr>
            </a:lvl5pPr>
            <a:lvl6pPr algn="l">
              <a:defRPr sz="3150" b="1">
                <a:solidFill>
                  <a:srgbClr val="FFFDFC"/>
                </a:solidFill>
              </a:defRPr>
            </a:lvl6pPr>
            <a:lvl7pPr algn="l">
              <a:defRPr sz="3150" b="1">
                <a:solidFill>
                  <a:srgbClr val="FFFDFC"/>
                </a:solidFill>
              </a:defRPr>
            </a:lvl7pPr>
            <a:lvl8pPr algn="l">
              <a:defRPr sz="3150" b="1">
                <a:solidFill>
                  <a:srgbClr val="FFFDFC"/>
                </a:solidFill>
              </a:defRPr>
            </a:lvl8pPr>
            <a:lvl9pPr algn="l">
              <a:defRPr sz="3150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FDFC"/>
                </a:solidFill>
              </a:defRPr>
            </a:pPr>
            <a:r>
              <a:rPr sz="3150" b="1">
                <a:solidFill>
                  <a:srgbClr val="FFFDFC"/>
                </a:solidFill>
              </a:rPr>
              <a:t>Despliegue Canary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8DE34-B67E-49E7-85BE-F56E3319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24DB3-3C36-401A-84D7-7A0ECC57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B9ADA2"/>
                </a:solidFill>
              </a:defRPr>
            </a:defPPr>
            <a:lvl1pPr algn="l">
              <a:defRPr sz="900" b="0">
                <a:solidFill>
                  <a:srgbClr val="B9ADA2"/>
                </a:solidFill>
              </a:defRPr>
            </a:lvl1pPr>
            <a:lvl2pPr algn="l">
              <a:defRPr sz="900" b="0">
                <a:solidFill>
                  <a:srgbClr val="B9ADA2"/>
                </a:solidFill>
              </a:defRPr>
            </a:lvl2pPr>
            <a:lvl3pPr algn="l">
              <a:defRPr sz="900" b="0">
                <a:solidFill>
                  <a:srgbClr val="B9ADA2"/>
                </a:solidFill>
              </a:defRPr>
            </a:lvl3pPr>
            <a:lvl4pPr algn="l">
              <a:defRPr sz="900" b="0">
                <a:solidFill>
                  <a:srgbClr val="B9ADA2"/>
                </a:solidFill>
              </a:defRPr>
            </a:lvl4pPr>
            <a:lvl5pPr algn="l">
              <a:defRPr sz="900" b="0">
                <a:solidFill>
                  <a:srgbClr val="B9ADA2"/>
                </a:solidFill>
              </a:defRPr>
            </a:lvl5pPr>
            <a:lvl6pPr algn="l">
              <a:defRPr sz="900" b="0">
                <a:solidFill>
                  <a:srgbClr val="B9ADA2"/>
                </a:solidFill>
              </a:defRPr>
            </a:lvl6pPr>
            <a:lvl7pPr algn="l">
              <a:defRPr sz="900" b="0">
                <a:solidFill>
                  <a:srgbClr val="B9ADA2"/>
                </a:solidFill>
              </a:defRPr>
            </a:lvl7pPr>
            <a:lvl8pPr algn="l">
              <a:defRPr sz="900" b="0">
                <a:solidFill>
                  <a:srgbClr val="B9ADA2"/>
                </a:solidFill>
              </a:defRPr>
            </a:lvl8pPr>
            <a:lvl9pPr algn="l">
              <a:defRPr sz="900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B9ADA2"/>
                </a:solidFill>
              </a:defRPr>
            </a:pPr>
            <a:r>
              <a:rPr sz="900" b="0">
                <a:solidFill>
                  <a:srgbClr val="B9ADA2"/>
                </a:solidFill>
              </a:rPr>
              <a:t>CoffeeQueue · TP DevOps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345B0-E129-4726-9A35-736952BE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B9ADA2"/>
                </a:solidFill>
              </a:defRPr>
            </a:defPPr>
            <a:lvl1pPr algn="r">
              <a:defRPr sz="900" b="1">
                <a:solidFill>
                  <a:srgbClr val="B9ADA2"/>
                </a:solidFill>
              </a:defRPr>
            </a:lvl1pPr>
            <a:lvl2pPr algn="r">
              <a:defRPr sz="900" b="1">
                <a:solidFill>
                  <a:srgbClr val="B9ADA2"/>
                </a:solidFill>
              </a:defRPr>
            </a:lvl2pPr>
            <a:lvl3pPr algn="r">
              <a:defRPr sz="900" b="1">
                <a:solidFill>
                  <a:srgbClr val="B9ADA2"/>
                </a:solidFill>
              </a:defRPr>
            </a:lvl3pPr>
            <a:lvl4pPr algn="r">
              <a:defRPr sz="900" b="1">
                <a:solidFill>
                  <a:srgbClr val="B9ADA2"/>
                </a:solidFill>
              </a:defRPr>
            </a:lvl4pPr>
            <a:lvl5pPr algn="r">
              <a:defRPr sz="900" b="1">
                <a:solidFill>
                  <a:srgbClr val="B9ADA2"/>
                </a:solidFill>
              </a:defRPr>
            </a:lvl5pPr>
            <a:lvl6pPr algn="r">
              <a:defRPr sz="900" b="1">
                <a:solidFill>
                  <a:srgbClr val="B9ADA2"/>
                </a:solidFill>
              </a:defRPr>
            </a:lvl6pPr>
            <a:lvl7pPr algn="r">
              <a:defRPr sz="900" b="1">
                <a:solidFill>
                  <a:srgbClr val="B9ADA2"/>
                </a:solidFill>
              </a:defRPr>
            </a:lvl7pPr>
            <a:lvl8pPr algn="r">
              <a:defRPr sz="900" b="1">
                <a:solidFill>
                  <a:srgbClr val="B9ADA2"/>
                </a:solidFill>
              </a:defRPr>
            </a:lvl8pPr>
            <a:lvl9pPr algn="r">
              <a:defRPr sz="900" b="1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B9ADA2"/>
                </a:solidFill>
              </a:defRPr>
            </a:pPr>
            <a:r>
              <a:rPr sz="900" b="1">
                <a:solidFill>
                  <a:srgbClr val="B9ADA2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A7A42-B975-4C10-9238-7F1F1CE4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F4E8D8"/>
                </a:solidFill>
              </a:defRPr>
            </a:defPPr>
            <a:lvl1pPr algn="l">
              <a:defRPr sz="1725" b="0">
                <a:solidFill>
                  <a:srgbClr val="F4E8D8"/>
                </a:solidFill>
              </a:defRPr>
            </a:lvl1pPr>
            <a:lvl2pPr algn="l">
              <a:defRPr sz="1725" b="0">
                <a:solidFill>
                  <a:srgbClr val="F4E8D8"/>
                </a:solidFill>
              </a:defRPr>
            </a:lvl2pPr>
            <a:lvl3pPr algn="l">
              <a:defRPr sz="1725" b="0">
                <a:solidFill>
                  <a:srgbClr val="F4E8D8"/>
                </a:solidFill>
              </a:defRPr>
            </a:lvl3pPr>
            <a:lvl4pPr algn="l">
              <a:defRPr sz="1725" b="0">
                <a:solidFill>
                  <a:srgbClr val="F4E8D8"/>
                </a:solidFill>
              </a:defRPr>
            </a:lvl4pPr>
            <a:lvl5pPr algn="l">
              <a:defRPr sz="1725" b="0">
                <a:solidFill>
                  <a:srgbClr val="F4E8D8"/>
                </a:solidFill>
              </a:defRPr>
            </a:lvl5pPr>
            <a:lvl6pPr algn="l">
              <a:defRPr sz="1725" b="0">
                <a:solidFill>
                  <a:srgbClr val="F4E8D8"/>
                </a:solidFill>
              </a:defRPr>
            </a:lvl6pPr>
            <a:lvl7pPr algn="l">
              <a:defRPr sz="1725" b="0">
                <a:solidFill>
                  <a:srgbClr val="F4E8D8"/>
                </a:solidFill>
              </a:defRPr>
            </a:lvl7pPr>
            <a:lvl8pPr algn="l">
              <a:defRPr sz="1725" b="0">
                <a:solidFill>
                  <a:srgbClr val="F4E8D8"/>
                </a:solidFill>
              </a:defRPr>
            </a:lvl8pPr>
            <a:lvl9pPr algn="l">
              <a:defRPr sz="1725" b="0">
                <a:solidFill>
                  <a:srgbClr val="F4E8D8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E8D8"/>
                </a:solidFill>
              </a:defRPr>
            </a:pPr>
            <a:r>
              <a:rPr sz="1725" b="0">
                <a:solidFill>
                  <a:srgbClr val="F4E8D8"/>
                </a:solidFill>
              </a:rPr>
              <a:t>La versión nueva recibe una fracción del tráfico. El equipo amplía su participación después de validar comportamiento y errores.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446DA-8973-4CA7-B307-A924BBF3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C47A45"/>
                </a:solidFill>
              </a:defRPr>
            </a:defPPr>
            <a:lvl1pPr algn="l">
              <a:defRPr sz="1650" b="1">
                <a:solidFill>
                  <a:srgbClr val="C47A45"/>
                </a:solidFill>
              </a:defRPr>
            </a:lvl1pPr>
            <a:lvl2pPr algn="l">
              <a:defRPr sz="1650" b="1">
                <a:solidFill>
                  <a:srgbClr val="C47A45"/>
                </a:solidFill>
              </a:defRPr>
            </a:lvl2pPr>
            <a:lvl3pPr algn="l">
              <a:defRPr sz="1650" b="1">
                <a:solidFill>
                  <a:srgbClr val="C47A45"/>
                </a:solidFill>
              </a:defRPr>
            </a:lvl3pPr>
            <a:lvl4pPr algn="l">
              <a:defRPr sz="1650" b="1">
                <a:solidFill>
                  <a:srgbClr val="C47A45"/>
                </a:solidFill>
              </a:defRPr>
            </a:lvl4pPr>
            <a:lvl5pPr algn="l">
              <a:defRPr sz="1650" b="1">
                <a:solidFill>
                  <a:srgbClr val="C47A45"/>
                </a:solidFill>
              </a:defRPr>
            </a:lvl5pPr>
            <a:lvl6pPr algn="l">
              <a:defRPr sz="1650" b="1">
                <a:solidFill>
                  <a:srgbClr val="C47A45"/>
                </a:solidFill>
              </a:defRPr>
            </a:lvl6pPr>
            <a:lvl7pPr algn="l">
              <a:defRPr sz="1650" b="1">
                <a:solidFill>
                  <a:srgbClr val="C47A45"/>
                </a:solidFill>
              </a:defRPr>
            </a:lvl7pPr>
            <a:lvl8pPr algn="l">
              <a:defRPr sz="1650" b="1">
                <a:solidFill>
                  <a:srgbClr val="C47A45"/>
                </a:solidFill>
              </a:defRPr>
            </a:lvl8pPr>
            <a:lvl9pPr algn="l">
              <a:defRPr sz="1650" b="1">
                <a:solidFill>
                  <a:srgbClr val="C47A45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C47A45"/>
                </a:solidFill>
              </a:defRPr>
            </a:pPr>
            <a:r>
              <a:rPr sz="1650" b="1">
                <a:solidFill>
                  <a:srgbClr val="C47A45"/>
                </a:solidFill>
              </a:rPr>
              <a:t>La progresión reduce el alcance de una falla.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CB9F9-842C-47D1-A9C8-93961232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286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19050">
            <a:solidFill>
              <a:srgbClr val="B9ADA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3F199E-AB42-4B92-9E26-404EB6A9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B9ADA2"/>
                </a:solidFill>
              </a:defRPr>
            </a:defPPr>
            <a:lvl1pPr algn="ctr">
              <a:defRPr sz="2550" b="1">
                <a:solidFill>
                  <a:srgbClr val="B9ADA2"/>
                </a:solidFill>
              </a:defRPr>
            </a:lvl1pPr>
            <a:lvl2pPr algn="ctr">
              <a:defRPr sz="2550" b="1">
                <a:solidFill>
                  <a:srgbClr val="B9ADA2"/>
                </a:solidFill>
              </a:defRPr>
            </a:lvl2pPr>
            <a:lvl3pPr algn="ctr">
              <a:defRPr sz="2550" b="1">
                <a:solidFill>
                  <a:srgbClr val="B9ADA2"/>
                </a:solidFill>
              </a:defRPr>
            </a:lvl3pPr>
            <a:lvl4pPr algn="ctr">
              <a:defRPr sz="2550" b="1">
                <a:solidFill>
                  <a:srgbClr val="B9ADA2"/>
                </a:solidFill>
              </a:defRPr>
            </a:lvl4pPr>
            <a:lvl5pPr algn="ctr">
              <a:defRPr sz="2550" b="1">
                <a:solidFill>
                  <a:srgbClr val="B9ADA2"/>
                </a:solidFill>
              </a:defRPr>
            </a:lvl5pPr>
            <a:lvl6pPr algn="ctr">
              <a:defRPr sz="2550" b="1">
                <a:solidFill>
                  <a:srgbClr val="B9ADA2"/>
                </a:solidFill>
              </a:defRPr>
            </a:lvl6pPr>
            <a:lvl7pPr algn="ctr">
              <a:defRPr sz="2550" b="1">
                <a:solidFill>
                  <a:srgbClr val="B9ADA2"/>
                </a:solidFill>
              </a:defRPr>
            </a:lvl7pPr>
            <a:lvl8pPr algn="ctr">
              <a:defRPr sz="2550" b="1">
                <a:solidFill>
                  <a:srgbClr val="B9ADA2"/>
                </a:solidFill>
              </a:defRPr>
            </a:lvl8pPr>
            <a:lvl9pPr algn="ctr">
              <a:defRPr sz="2550" b="1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B9ADA2"/>
                </a:solidFill>
              </a:defRPr>
            </a:pPr>
            <a:r>
              <a:rPr sz="2550" b="1">
                <a:solidFill>
                  <a:srgbClr val="B9ADA2"/>
                </a:solidFill>
              </a:rPr>
              <a:t>100 /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525E2-7546-407B-9BDA-D29F7FE1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E8D8"/>
                </a:solidFill>
              </a:defRPr>
            </a:defPPr>
            <a:lvl1pPr algn="ctr">
              <a:defRPr sz="1275" b="1">
                <a:solidFill>
                  <a:srgbClr val="F4E8D8"/>
                </a:solidFill>
              </a:defRPr>
            </a:lvl1pPr>
            <a:lvl2pPr algn="ctr">
              <a:defRPr sz="1275" b="1">
                <a:solidFill>
                  <a:srgbClr val="F4E8D8"/>
                </a:solidFill>
              </a:defRPr>
            </a:lvl2pPr>
            <a:lvl3pPr algn="ctr">
              <a:defRPr sz="1275" b="1">
                <a:solidFill>
                  <a:srgbClr val="F4E8D8"/>
                </a:solidFill>
              </a:defRPr>
            </a:lvl3pPr>
            <a:lvl4pPr algn="ctr">
              <a:defRPr sz="1275" b="1">
                <a:solidFill>
                  <a:srgbClr val="F4E8D8"/>
                </a:solidFill>
              </a:defRPr>
            </a:lvl4pPr>
            <a:lvl5pPr algn="ctr">
              <a:defRPr sz="1275" b="1">
                <a:solidFill>
                  <a:srgbClr val="F4E8D8"/>
                </a:solidFill>
              </a:defRPr>
            </a:lvl5pPr>
            <a:lvl6pPr algn="ctr">
              <a:defRPr sz="1275" b="1">
                <a:solidFill>
                  <a:srgbClr val="F4E8D8"/>
                </a:solidFill>
              </a:defRPr>
            </a:lvl6pPr>
            <a:lvl7pPr algn="ctr">
              <a:defRPr sz="1275" b="1">
                <a:solidFill>
                  <a:srgbClr val="F4E8D8"/>
                </a:solidFill>
              </a:defRPr>
            </a:lvl7pPr>
            <a:lvl8pPr algn="ctr">
              <a:defRPr sz="1275" b="1">
                <a:solidFill>
                  <a:srgbClr val="F4E8D8"/>
                </a:solidFill>
              </a:defRPr>
            </a:lvl8pPr>
            <a:lvl9pPr algn="ctr">
              <a:defRPr sz="1275" b="1">
                <a:solidFill>
                  <a:srgbClr val="F4E8D8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E8D8"/>
                </a:solidFill>
              </a:defRPr>
            </a:pPr>
            <a:r>
              <a:rPr sz="1275" b="1">
                <a:solidFill>
                  <a:srgbClr val="F4E8D8"/>
                </a:solidFill>
              </a:rPr>
              <a:t>Estado original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1EC83B-5D24-4170-97DB-7C6E6133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57650"/>
            <a:ext cx="4476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71041-64F3-4D21-BE7A-FD2E1B54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467100"/>
            <a:ext cx="2286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19050">
            <a:solidFill>
              <a:srgbClr val="C47A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6CAA1-4FBE-4496-B2FE-536E9793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6195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C47A45"/>
                </a:solidFill>
              </a:defRPr>
            </a:defPPr>
            <a:lvl1pPr algn="ctr">
              <a:defRPr sz="2550" b="1">
                <a:solidFill>
                  <a:srgbClr val="C47A45"/>
                </a:solidFill>
              </a:defRPr>
            </a:lvl1pPr>
            <a:lvl2pPr algn="ctr">
              <a:defRPr sz="2550" b="1">
                <a:solidFill>
                  <a:srgbClr val="C47A45"/>
                </a:solidFill>
              </a:defRPr>
            </a:lvl2pPr>
            <a:lvl3pPr algn="ctr">
              <a:defRPr sz="2550" b="1">
                <a:solidFill>
                  <a:srgbClr val="C47A45"/>
                </a:solidFill>
              </a:defRPr>
            </a:lvl3pPr>
            <a:lvl4pPr algn="ctr">
              <a:defRPr sz="2550" b="1">
                <a:solidFill>
                  <a:srgbClr val="C47A45"/>
                </a:solidFill>
              </a:defRPr>
            </a:lvl4pPr>
            <a:lvl5pPr algn="ctr">
              <a:defRPr sz="2550" b="1">
                <a:solidFill>
                  <a:srgbClr val="C47A45"/>
                </a:solidFill>
              </a:defRPr>
            </a:lvl5pPr>
            <a:lvl6pPr algn="ctr">
              <a:defRPr sz="2550" b="1">
                <a:solidFill>
                  <a:srgbClr val="C47A45"/>
                </a:solidFill>
              </a:defRPr>
            </a:lvl6pPr>
            <a:lvl7pPr algn="ctr">
              <a:defRPr sz="2550" b="1">
                <a:solidFill>
                  <a:srgbClr val="C47A45"/>
                </a:solidFill>
              </a:defRPr>
            </a:lvl7pPr>
            <a:lvl8pPr algn="ctr">
              <a:defRPr sz="2550" b="1">
                <a:solidFill>
                  <a:srgbClr val="C47A45"/>
                </a:solidFill>
              </a:defRPr>
            </a:lvl8pPr>
            <a:lvl9pPr algn="ctr">
              <a:defRPr sz="2550" b="1">
                <a:solidFill>
                  <a:srgbClr val="C47A45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C47A45"/>
                </a:solidFill>
              </a:defRPr>
            </a:pPr>
            <a:r>
              <a:rPr sz="2550" b="1">
                <a:solidFill>
                  <a:srgbClr val="C47A45"/>
                </a:solidFill>
              </a:rPr>
              <a:t>90 / 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F803BE-8116-4647-AA6B-01982FCB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171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E8D8"/>
                </a:solidFill>
              </a:defRPr>
            </a:defPPr>
            <a:lvl1pPr algn="ctr">
              <a:defRPr sz="1275" b="1">
                <a:solidFill>
                  <a:srgbClr val="F4E8D8"/>
                </a:solidFill>
              </a:defRPr>
            </a:lvl1pPr>
            <a:lvl2pPr algn="ctr">
              <a:defRPr sz="1275" b="1">
                <a:solidFill>
                  <a:srgbClr val="F4E8D8"/>
                </a:solidFill>
              </a:defRPr>
            </a:lvl2pPr>
            <a:lvl3pPr algn="ctr">
              <a:defRPr sz="1275" b="1">
                <a:solidFill>
                  <a:srgbClr val="F4E8D8"/>
                </a:solidFill>
              </a:defRPr>
            </a:lvl3pPr>
            <a:lvl4pPr algn="ctr">
              <a:defRPr sz="1275" b="1">
                <a:solidFill>
                  <a:srgbClr val="F4E8D8"/>
                </a:solidFill>
              </a:defRPr>
            </a:lvl4pPr>
            <a:lvl5pPr algn="ctr">
              <a:defRPr sz="1275" b="1">
                <a:solidFill>
                  <a:srgbClr val="F4E8D8"/>
                </a:solidFill>
              </a:defRPr>
            </a:lvl5pPr>
            <a:lvl6pPr algn="ctr">
              <a:defRPr sz="1275" b="1">
                <a:solidFill>
                  <a:srgbClr val="F4E8D8"/>
                </a:solidFill>
              </a:defRPr>
            </a:lvl6pPr>
            <a:lvl7pPr algn="ctr">
              <a:defRPr sz="1275" b="1">
                <a:solidFill>
                  <a:srgbClr val="F4E8D8"/>
                </a:solidFill>
              </a:defRPr>
            </a:lvl7pPr>
            <a:lvl8pPr algn="ctr">
              <a:defRPr sz="1275" b="1">
                <a:solidFill>
                  <a:srgbClr val="F4E8D8"/>
                </a:solidFill>
              </a:defRPr>
            </a:lvl8pPr>
            <a:lvl9pPr algn="ctr">
              <a:defRPr sz="1275" b="1">
                <a:solidFill>
                  <a:srgbClr val="F4E8D8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E8D8"/>
                </a:solidFill>
              </a:defRPr>
            </a:pPr>
            <a:r>
              <a:rPr sz="1275" b="1">
                <a:solidFill>
                  <a:srgbClr val="F4E8D8"/>
                </a:solidFill>
              </a:rPr>
              <a:t>Canary inicial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A2C349-7CF6-47D6-9A22-A6B10BBC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057650"/>
            <a:ext cx="4476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0C8350-2525-45B6-AB4F-E6ABAA78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67100"/>
            <a:ext cx="2286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19050">
            <a:solidFill>
              <a:srgbClr val="5FA8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6AF573-B33B-46DA-997E-F9D62ED9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195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5FA8D3"/>
                </a:solidFill>
              </a:defRPr>
            </a:defPPr>
            <a:lvl1pPr algn="ctr">
              <a:defRPr sz="2550" b="1">
                <a:solidFill>
                  <a:srgbClr val="5FA8D3"/>
                </a:solidFill>
              </a:defRPr>
            </a:lvl1pPr>
            <a:lvl2pPr algn="ctr">
              <a:defRPr sz="2550" b="1">
                <a:solidFill>
                  <a:srgbClr val="5FA8D3"/>
                </a:solidFill>
              </a:defRPr>
            </a:lvl2pPr>
            <a:lvl3pPr algn="ctr">
              <a:defRPr sz="2550" b="1">
                <a:solidFill>
                  <a:srgbClr val="5FA8D3"/>
                </a:solidFill>
              </a:defRPr>
            </a:lvl3pPr>
            <a:lvl4pPr algn="ctr">
              <a:defRPr sz="2550" b="1">
                <a:solidFill>
                  <a:srgbClr val="5FA8D3"/>
                </a:solidFill>
              </a:defRPr>
            </a:lvl4pPr>
            <a:lvl5pPr algn="ctr">
              <a:defRPr sz="2550" b="1">
                <a:solidFill>
                  <a:srgbClr val="5FA8D3"/>
                </a:solidFill>
              </a:defRPr>
            </a:lvl5pPr>
            <a:lvl6pPr algn="ctr">
              <a:defRPr sz="2550" b="1">
                <a:solidFill>
                  <a:srgbClr val="5FA8D3"/>
                </a:solidFill>
              </a:defRPr>
            </a:lvl6pPr>
            <a:lvl7pPr algn="ctr">
              <a:defRPr sz="2550" b="1">
                <a:solidFill>
                  <a:srgbClr val="5FA8D3"/>
                </a:solidFill>
              </a:defRPr>
            </a:lvl7pPr>
            <a:lvl8pPr algn="ctr">
              <a:defRPr sz="2550" b="1">
                <a:solidFill>
                  <a:srgbClr val="5FA8D3"/>
                </a:solidFill>
              </a:defRPr>
            </a:lvl8pPr>
            <a:lvl9pPr algn="ctr">
              <a:defRPr sz="2550" b="1">
                <a:solidFill>
                  <a:srgbClr val="5FA8D3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5FA8D3"/>
                </a:solidFill>
              </a:defRPr>
            </a:pPr>
            <a:r>
              <a:rPr sz="2550" b="1">
                <a:solidFill>
                  <a:srgbClr val="5FA8D3"/>
                </a:solidFill>
              </a:rPr>
              <a:t>50 / 50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D13C50-CB2D-4BD6-BB02-DC76D5CD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71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E8D8"/>
                </a:solidFill>
              </a:defRPr>
            </a:defPPr>
            <a:lvl1pPr algn="ctr">
              <a:defRPr sz="1275" b="1">
                <a:solidFill>
                  <a:srgbClr val="F4E8D8"/>
                </a:solidFill>
              </a:defRPr>
            </a:lvl1pPr>
            <a:lvl2pPr algn="ctr">
              <a:defRPr sz="1275" b="1">
                <a:solidFill>
                  <a:srgbClr val="F4E8D8"/>
                </a:solidFill>
              </a:defRPr>
            </a:lvl2pPr>
            <a:lvl3pPr algn="ctr">
              <a:defRPr sz="1275" b="1">
                <a:solidFill>
                  <a:srgbClr val="F4E8D8"/>
                </a:solidFill>
              </a:defRPr>
            </a:lvl3pPr>
            <a:lvl4pPr algn="ctr">
              <a:defRPr sz="1275" b="1">
                <a:solidFill>
                  <a:srgbClr val="F4E8D8"/>
                </a:solidFill>
              </a:defRPr>
            </a:lvl4pPr>
            <a:lvl5pPr algn="ctr">
              <a:defRPr sz="1275" b="1">
                <a:solidFill>
                  <a:srgbClr val="F4E8D8"/>
                </a:solidFill>
              </a:defRPr>
            </a:lvl5pPr>
            <a:lvl6pPr algn="ctr">
              <a:defRPr sz="1275" b="1">
                <a:solidFill>
                  <a:srgbClr val="F4E8D8"/>
                </a:solidFill>
              </a:defRPr>
            </a:lvl6pPr>
            <a:lvl7pPr algn="ctr">
              <a:defRPr sz="1275" b="1">
                <a:solidFill>
                  <a:srgbClr val="F4E8D8"/>
                </a:solidFill>
              </a:defRPr>
            </a:lvl7pPr>
            <a:lvl8pPr algn="ctr">
              <a:defRPr sz="1275" b="1">
                <a:solidFill>
                  <a:srgbClr val="F4E8D8"/>
                </a:solidFill>
              </a:defRPr>
            </a:lvl8pPr>
            <a:lvl9pPr algn="ctr">
              <a:defRPr sz="1275" b="1">
                <a:solidFill>
                  <a:srgbClr val="F4E8D8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E8D8"/>
                </a:solidFill>
              </a:defRPr>
            </a:pPr>
            <a:r>
              <a:rPr sz="1275" b="1">
                <a:solidFill>
                  <a:srgbClr val="F4E8D8"/>
                </a:solidFill>
              </a:rPr>
              <a:t>Aumento controlado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80E478-F576-4D5E-9CC8-E0FD1D5E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57650"/>
            <a:ext cx="4476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43A549-17AE-4CBB-9EF5-CD0D8C65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467100"/>
            <a:ext cx="2286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19050">
            <a:solidFill>
              <a:srgbClr val="63C69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415970-B078-4E26-B178-6C603099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6195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63C69C"/>
                </a:solidFill>
              </a:defRPr>
            </a:defPPr>
            <a:lvl1pPr algn="ctr">
              <a:defRPr sz="2550" b="1">
                <a:solidFill>
                  <a:srgbClr val="63C69C"/>
                </a:solidFill>
              </a:defRPr>
            </a:lvl1pPr>
            <a:lvl2pPr algn="ctr">
              <a:defRPr sz="2550" b="1">
                <a:solidFill>
                  <a:srgbClr val="63C69C"/>
                </a:solidFill>
              </a:defRPr>
            </a:lvl2pPr>
            <a:lvl3pPr algn="ctr">
              <a:defRPr sz="2550" b="1">
                <a:solidFill>
                  <a:srgbClr val="63C69C"/>
                </a:solidFill>
              </a:defRPr>
            </a:lvl3pPr>
            <a:lvl4pPr algn="ctr">
              <a:defRPr sz="2550" b="1">
                <a:solidFill>
                  <a:srgbClr val="63C69C"/>
                </a:solidFill>
              </a:defRPr>
            </a:lvl4pPr>
            <a:lvl5pPr algn="ctr">
              <a:defRPr sz="2550" b="1">
                <a:solidFill>
                  <a:srgbClr val="63C69C"/>
                </a:solidFill>
              </a:defRPr>
            </a:lvl5pPr>
            <a:lvl6pPr algn="ctr">
              <a:defRPr sz="2550" b="1">
                <a:solidFill>
                  <a:srgbClr val="63C69C"/>
                </a:solidFill>
              </a:defRPr>
            </a:lvl6pPr>
            <a:lvl7pPr algn="ctr">
              <a:defRPr sz="2550" b="1">
                <a:solidFill>
                  <a:srgbClr val="63C69C"/>
                </a:solidFill>
              </a:defRPr>
            </a:lvl7pPr>
            <a:lvl8pPr algn="ctr">
              <a:defRPr sz="2550" b="1">
                <a:solidFill>
                  <a:srgbClr val="63C69C"/>
                </a:solidFill>
              </a:defRPr>
            </a:lvl8pPr>
            <a:lvl9pPr algn="ctr">
              <a:defRPr sz="2550" b="1">
                <a:solidFill>
                  <a:srgbClr val="63C69C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63C69C"/>
                </a:solidFill>
              </a:defRPr>
            </a:pPr>
            <a:r>
              <a:rPr sz="2550" b="1">
                <a:solidFill>
                  <a:srgbClr val="63C69C"/>
                </a:solidFill>
              </a:rPr>
              <a:t>0 / 100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327CED-4985-4C3F-B833-B65FF07B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171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E8D8"/>
                </a:solidFill>
              </a:defRPr>
            </a:defPPr>
            <a:lvl1pPr algn="ctr">
              <a:defRPr sz="1275" b="1">
                <a:solidFill>
                  <a:srgbClr val="F4E8D8"/>
                </a:solidFill>
              </a:defRPr>
            </a:lvl1pPr>
            <a:lvl2pPr algn="ctr">
              <a:defRPr sz="1275" b="1">
                <a:solidFill>
                  <a:srgbClr val="F4E8D8"/>
                </a:solidFill>
              </a:defRPr>
            </a:lvl2pPr>
            <a:lvl3pPr algn="ctr">
              <a:defRPr sz="1275" b="1">
                <a:solidFill>
                  <a:srgbClr val="F4E8D8"/>
                </a:solidFill>
              </a:defRPr>
            </a:lvl3pPr>
            <a:lvl4pPr algn="ctr">
              <a:defRPr sz="1275" b="1">
                <a:solidFill>
                  <a:srgbClr val="F4E8D8"/>
                </a:solidFill>
              </a:defRPr>
            </a:lvl4pPr>
            <a:lvl5pPr algn="ctr">
              <a:defRPr sz="1275" b="1">
                <a:solidFill>
                  <a:srgbClr val="F4E8D8"/>
                </a:solidFill>
              </a:defRPr>
            </a:lvl5pPr>
            <a:lvl6pPr algn="ctr">
              <a:defRPr sz="1275" b="1">
                <a:solidFill>
                  <a:srgbClr val="F4E8D8"/>
                </a:solidFill>
              </a:defRPr>
            </a:lvl6pPr>
            <a:lvl7pPr algn="ctr">
              <a:defRPr sz="1275" b="1">
                <a:solidFill>
                  <a:srgbClr val="F4E8D8"/>
                </a:solidFill>
              </a:defRPr>
            </a:lvl7pPr>
            <a:lvl8pPr algn="ctr">
              <a:defRPr sz="1275" b="1">
                <a:solidFill>
                  <a:srgbClr val="F4E8D8"/>
                </a:solidFill>
              </a:defRPr>
            </a:lvl8pPr>
            <a:lvl9pPr algn="ctr">
              <a:defRPr sz="1275" b="1">
                <a:solidFill>
                  <a:srgbClr val="F4E8D8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E8D8"/>
                </a:solidFill>
              </a:defRPr>
            </a:pPr>
            <a:r>
              <a:rPr sz="1275" b="1">
                <a:solidFill>
                  <a:srgbClr val="F4E8D8"/>
                </a:solidFill>
              </a:rPr>
              <a:t>Despliegue completo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6E953D-4521-4F7A-B22B-86A03935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4D20BA-F6C4-4815-9136-5B8846F5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29225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171412"/>
                </a:solidFill>
              </a:defRPr>
            </a:defPPr>
            <a:lvl1pPr algn="ctr">
              <a:defRPr sz="975" b="1">
                <a:solidFill>
                  <a:srgbClr val="171412"/>
                </a:solidFill>
              </a:defRPr>
            </a:lvl1pPr>
            <a:lvl2pPr algn="ctr">
              <a:defRPr sz="975" b="1">
                <a:solidFill>
                  <a:srgbClr val="171412"/>
                </a:solidFill>
              </a:defRPr>
            </a:lvl2pPr>
            <a:lvl3pPr algn="ctr">
              <a:defRPr sz="975" b="1">
                <a:solidFill>
                  <a:srgbClr val="171412"/>
                </a:solidFill>
              </a:defRPr>
            </a:lvl3pPr>
            <a:lvl4pPr algn="ctr">
              <a:defRPr sz="975" b="1">
                <a:solidFill>
                  <a:srgbClr val="171412"/>
                </a:solidFill>
              </a:defRPr>
            </a:lvl4pPr>
            <a:lvl5pPr algn="ctr">
              <a:defRPr sz="975" b="1">
                <a:solidFill>
                  <a:srgbClr val="171412"/>
                </a:solidFill>
              </a:defRPr>
            </a:lvl5pPr>
            <a:lvl6pPr algn="ctr">
              <a:defRPr sz="975" b="1">
                <a:solidFill>
                  <a:srgbClr val="171412"/>
                </a:solidFill>
              </a:defRPr>
            </a:lvl6pPr>
            <a:lvl7pPr algn="ctr">
              <a:defRPr sz="975" b="1">
                <a:solidFill>
                  <a:srgbClr val="171412"/>
                </a:solidFill>
              </a:defRPr>
            </a:lvl7pPr>
            <a:lvl8pPr algn="ctr">
              <a:defRPr sz="975" b="1">
                <a:solidFill>
                  <a:srgbClr val="171412"/>
                </a:solidFill>
              </a:defRPr>
            </a:lvl8pPr>
            <a:lvl9pPr algn="ctr">
              <a:defRPr sz="975" b="1">
                <a:solidFill>
                  <a:srgbClr val="171412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71412"/>
                </a:solidFill>
              </a:defRPr>
            </a:pPr>
            <a:r>
              <a:rPr sz="975" b="1">
                <a:solidFill>
                  <a:srgbClr val="171412"/>
                </a:solidFill>
              </a:rPr>
              <a:t>ROLLBACK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29AF83-8BFF-423F-82EA-5CCA724E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8160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4E8D8"/>
                </a:solidFill>
              </a:defRPr>
            </a:defPPr>
            <a:lvl1pPr algn="l">
              <a:defRPr sz="1575" b="0">
                <a:solidFill>
                  <a:srgbClr val="F4E8D8"/>
                </a:solidFill>
              </a:defRPr>
            </a:lvl1pPr>
            <a:lvl2pPr algn="l">
              <a:defRPr sz="1575" b="0">
                <a:solidFill>
                  <a:srgbClr val="F4E8D8"/>
                </a:solidFill>
              </a:defRPr>
            </a:lvl2pPr>
            <a:lvl3pPr algn="l">
              <a:defRPr sz="1575" b="0">
                <a:solidFill>
                  <a:srgbClr val="F4E8D8"/>
                </a:solidFill>
              </a:defRPr>
            </a:lvl3pPr>
            <a:lvl4pPr algn="l">
              <a:defRPr sz="1575" b="0">
                <a:solidFill>
                  <a:srgbClr val="F4E8D8"/>
                </a:solidFill>
              </a:defRPr>
            </a:lvl4pPr>
            <a:lvl5pPr algn="l">
              <a:defRPr sz="1575" b="0">
                <a:solidFill>
                  <a:srgbClr val="F4E8D8"/>
                </a:solidFill>
              </a:defRPr>
            </a:lvl5pPr>
            <a:lvl6pPr algn="l">
              <a:defRPr sz="1575" b="0">
                <a:solidFill>
                  <a:srgbClr val="F4E8D8"/>
                </a:solidFill>
              </a:defRPr>
            </a:lvl6pPr>
            <a:lvl7pPr algn="l">
              <a:defRPr sz="1575" b="0">
                <a:solidFill>
                  <a:srgbClr val="F4E8D8"/>
                </a:solidFill>
              </a:defRPr>
            </a:lvl7pPr>
            <a:lvl8pPr algn="l">
              <a:defRPr sz="1575" b="0">
                <a:solidFill>
                  <a:srgbClr val="F4E8D8"/>
                </a:solidFill>
              </a:defRPr>
            </a:lvl8pPr>
            <a:lvl9pPr algn="l">
              <a:defRPr sz="1575" b="0">
                <a:solidFill>
                  <a:srgbClr val="F4E8D8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E8D8"/>
                </a:solidFill>
              </a:defRPr>
            </a:pPr>
            <a:r>
              <a:rPr sz="1575" b="0">
                <a:solidFill>
                  <a:srgbClr val="F4E8D8"/>
                </a:solidFill>
              </a:rPr>
              <a:t>Ante una falla, Nginx vuelve a 100 % V1 sin detener API ni Redis.</a:t>
            </a:r>
          </a:p>
        </p:txBody>
      </p:sp>
    </p:spTree>
    <p:extLst>
      <p:ext uri="{BB962C8B-B14F-4D97-AF65-F5344CB8AC3E}">
        <p14:creationId xmlns:p14="http://schemas.microsoft.com/office/powerpoint/2010/main" val="13674558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2E9521-3C39-4F22-A181-555ED28A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C47A45"/>
                </a:solidFill>
              </a:defRPr>
            </a:defPPr>
            <a:lvl1pPr algn="l">
              <a:defRPr sz="1050" b="1">
                <a:solidFill>
                  <a:srgbClr val="C47A45"/>
                </a:solidFill>
              </a:defRPr>
            </a:lvl1pPr>
            <a:lvl2pPr algn="l">
              <a:defRPr sz="1050" b="1">
                <a:solidFill>
                  <a:srgbClr val="C47A45"/>
                </a:solidFill>
              </a:defRPr>
            </a:lvl2pPr>
            <a:lvl3pPr algn="l">
              <a:defRPr sz="1050" b="1">
                <a:solidFill>
                  <a:srgbClr val="C47A45"/>
                </a:solidFill>
              </a:defRPr>
            </a:lvl3pPr>
            <a:lvl4pPr algn="l">
              <a:defRPr sz="1050" b="1">
                <a:solidFill>
                  <a:srgbClr val="C47A45"/>
                </a:solidFill>
              </a:defRPr>
            </a:lvl4pPr>
            <a:lvl5pPr algn="l">
              <a:defRPr sz="1050" b="1">
                <a:solidFill>
                  <a:srgbClr val="C47A45"/>
                </a:solidFill>
              </a:defRPr>
            </a:lvl5pPr>
            <a:lvl6pPr algn="l">
              <a:defRPr sz="1050" b="1">
                <a:solidFill>
                  <a:srgbClr val="C47A45"/>
                </a:solidFill>
              </a:defRPr>
            </a:lvl6pPr>
            <a:lvl7pPr algn="l">
              <a:defRPr sz="1050" b="1">
                <a:solidFill>
                  <a:srgbClr val="C47A45"/>
                </a:solidFill>
              </a:defRPr>
            </a:lvl7pPr>
            <a:lvl8pPr algn="l">
              <a:defRPr sz="1050" b="1">
                <a:solidFill>
                  <a:srgbClr val="C47A45"/>
                </a:solidFill>
              </a:defRPr>
            </a:lvl8pPr>
            <a:lvl9pPr algn="l">
              <a:defRPr sz="1050" b="1">
                <a:solidFill>
                  <a:srgbClr val="C47A4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C47A45"/>
                </a:solidFill>
              </a:defRPr>
            </a:pPr>
            <a:r>
              <a:rPr sz="1050" b="1">
                <a:solidFill>
                  <a:srgbClr val="C47A45"/>
                </a:solidFill>
              </a:rPr>
              <a:t>CANARY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FEB4F-E4A0-4AC6-AC01-2EB17C71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FFFDFC"/>
                </a:solidFill>
              </a:defRPr>
            </a:defPPr>
            <a:lvl1pPr algn="l">
              <a:defRPr sz="3150" b="1">
                <a:solidFill>
                  <a:srgbClr val="FFFDFC"/>
                </a:solidFill>
              </a:defRPr>
            </a:lvl1pPr>
            <a:lvl2pPr algn="l">
              <a:defRPr sz="3150" b="1">
                <a:solidFill>
                  <a:srgbClr val="FFFDFC"/>
                </a:solidFill>
              </a:defRPr>
            </a:lvl2pPr>
            <a:lvl3pPr algn="l">
              <a:defRPr sz="3150" b="1">
                <a:solidFill>
                  <a:srgbClr val="FFFDFC"/>
                </a:solidFill>
              </a:defRPr>
            </a:lvl3pPr>
            <a:lvl4pPr algn="l">
              <a:defRPr sz="3150" b="1">
                <a:solidFill>
                  <a:srgbClr val="FFFDFC"/>
                </a:solidFill>
              </a:defRPr>
            </a:lvl4pPr>
            <a:lvl5pPr algn="l">
              <a:defRPr sz="3150" b="1">
                <a:solidFill>
                  <a:srgbClr val="FFFDFC"/>
                </a:solidFill>
              </a:defRPr>
            </a:lvl5pPr>
            <a:lvl6pPr algn="l">
              <a:defRPr sz="3150" b="1">
                <a:solidFill>
                  <a:srgbClr val="FFFDFC"/>
                </a:solidFill>
              </a:defRPr>
            </a:lvl6pPr>
            <a:lvl7pPr algn="l">
              <a:defRPr sz="3150" b="1">
                <a:solidFill>
                  <a:srgbClr val="FFFDFC"/>
                </a:solidFill>
              </a:defRPr>
            </a:lvl7pPr>
            <a:lvl8pPr algn="l">
              <a:defRPr sz="3150" b="1">
                <a:solidFill>
                  <a:srgbClr val="FFFDFC"/>
                </a:solidFill>
              </a:defRPr>
            </a:lvl8pPr>
            <a:lvl9pPr algn="l">
              <a:defRPr sz="3150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FDFC"/>
                </a:solidFill>
              </a:defRPr>
            </a:pPr>
            <a:r>
              <a:rPr sz="3150" b="1">
                <a:solidFill>
                  <a:srgbClr val="FFFDFC"/>
                </a:solidFill>
              </a:rPr>
              <a:t>Arquitectura Canary implementada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7CEC0-3D67-476C-AF0E-F283F174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AC2A8-D6A4-489F-BAE0-75977DC2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B9ADA2"/>
                </a:solidFill>
              </a:defRPr>
            </a:defPPr>
            <a:lvl1pPr algn="l">
              <a:defRPr sz="900" b="0">
                <a:solidFill>
                  <a:srgbClr val="B9ADA2"/>
                </a:solidFill>
              </a:defRPr>
            </a:lvl1pPr>
            <a:lvl2pPr algn="l">
              <a:defRPr sz="900" b="0">
                <a:solidFill>
                  <a:srgbClr val="B9ADA2"/>
                </a:solidFill>
              </a:defRPr>
            </a:lvl2pPr>
            <a:lvl3pPr algn="l">
              <a:defRPr sz="900" b="0">
                <a:solidFill>
                  <a:srgbClr val="B9ADA2"/>
                </a:solidFill>
              </a:defRPr>
            </a:lvl3pPr>
            <a:lvl4pPr algn="l">
              <a:defRPr sz="900" b="0">
                <a:solidFill>
                  <a:srgbClr val="B9ADA2"/>
                </a:solidFill>
              </a:defRPr>
            </a:lvl4pPr>
            <a:lvl5pPr algn="l">
              <a:defRPr sz="900" b="0">
                <a:solidFill>
                  <a:srgbClr val="B9ADA2"/>
                </a:solidFill>
              </a:defRPr>
            </a:lvl5pPr>
            <a:lvl6pPr algn="l">
              <a:defRPr sz="900" b="0">
                <a:solidFill>
                  <a:srgbClr val="B9ADA2"/>
                </a:solidFill>
              </a:defRPr>
            </a:lvl6pPr>
            <a:lvl7pPr algn="l">
              <a:defRPr sz="900" b="0">
                <a:solidFill>
                  <a:srgbClr val="B9ADA2"/>
                </a:solidFill>
              </a:defRPr>
            </a:lvl7pPr>
            <a:lvl8pPr algn="l">
              <a:defRPr sz="900" b="0">
                <a:solidFill>
                  <a:srgbClr val="B9ADA2"/>
                </a:solidFill>
              </a:defRPr>
            </a:lvl8pPr>
            <a:lvl9pPr algn="l">
              <a:defRPr sz="900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B9ADA2"/>
                </a:solidFill>
              </a:defRPr>
            </a:pPr>
            <a:r>
              <a:rPr sz="900" b="0">
                <a:solidFill>
                  <a:srgbClr val="B9ADA2"/>
                </a:solidFill>
              </a:rPr>
              <a:t>CoffeeQueue · TP DevOps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45DA3-C6AB-4B33-B612-F5FE2802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B9ADA2"/>
                </a:solidFill>
              </a:defRPr>
            </a:defPPr>
            <a:lvl1pPr algn="r">
              <a:defRPr sz="900" b="1">
                <a:solidFill>
                  <a:srgbClr val="B9ADA2"/>
                </a:solidFill>
              </a:defRPr>
            </a:lvl1pPr>
            <a:lvl2pPr algn="r">
              <a:defRPr sz="900" b="1">
                <a:solidFill>
                  <a:srgbClr val="B9ADA2"/>
                </a:solidFill>
              </a:defRPr>
            </a:lvl2pPr>
            <a:lvl3pPr algn="r">
              <a:defRPr sz="900" b="1">
                <a:solidFill>
                  <a:srgbClr val="B9ADA2"/>
                </a:solidFill>
              </a:defRPr>
            </a:lvl3pPr>
            <a:lvl4pPr algn="r">
              <a:defRPr sz="900" b="1">
                <a:solidFill>
                  <a:srgbClr val="B9ADA2"/>
                </a:solidFill>
              </a:defRPr>
            </a:lvl4pPr>
            <a:lvl5pPr algn="r">
              <a:defRPr sz="900" b="1">
                <a:solidFill>
                  <a:srgbClr val="B9ADA2"/>
                </a:solidFill>
              </a:defRPr>
            </a:lvl5pPr>
            <a:lvl6pPr algn="r">
              <a:defRPr sz="900" b="1">
                <a:solidFill>
                  <a:srgbClr val="B9ADA2"/>
                </a:solidFill>
              </a:defRPr>
            </a:lvl6pPr>
            <a:lvl7pPr algn="r">
              <a:defRPr sz="900" b="1">
                <a:solidFill>
                  <a:srgbClr val="B9ADA2"/>
                </a:solidFill>
              </a:defRPr>
            </a:lvl7pPr>
            <a:lvl8pPr algn="r">
              <a:defRPr sz="900" b="1">
                <a:solidFill>
                  <a:srgbClr val="B9ADA2"/>
                </a:solidFill>
              </a:defRPr>
            </a:lvl8pPr>
            <a:lvl9pPr algn="r">
              <a:defRPr sz="900" b="1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B9ADA2"/>
                </a:solidFill>
              </a:defRPr>
            </a:pPr>
            <a:r>
              <a:rPr sz="900" b="1">
                <a:solidFill>
                  <a:srgbClr val="B9ADA2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F9E0A-225E-4BBE-AD71-864C270A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5621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4A3E3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D6089-07C0-46C9-A0E1-38E783A0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6667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FA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C7724-DF26-4767-926A-0543C7DF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DFC"/>
                </a:solidFill>
              </a:defRPr>
            </a:defPPr>
            <a:lvl1pPr algn="l">
              <a:defRPr sz="1575" b="1">
                <a:solidFill>
                  <a:srgbClr val="FFFDFC"/>
                </a:solidFill>
              </a:defRPr>
            </a:lvl1pPr>
            <a:lvl2pPr algn="l">
              <a:defRPr sz="1575" b="1">
                <a:solidFill>
                  <a:srgbClr val="FFFDFC"/>
                </a:solidFill>
              </a:defRPr>
            </a:lvl2pPr>
            <a:lvl3pPr algn="l">
              <a:defRPr sz="1575" b="1">
                <a:solidFill>
                  <a:srgbClr val="FFFDFC"/>
                </a:solidFill>
              </a:defRPr>
            </a:lvl3pPr>
            <a:lvl4pPr algn="l">
              <a:defRPr sz="1575" b="1">
                <a:solidFill>
                  <a:srgbClr val="FFFDFC"/>
                </a:solidFill>
              </a:defRPr>
            </a:lvl4pPr>
            <a:lvl5pPr algn="l">
              <a:defRPr sz="1575" b="1">
                <a:solidFill>
                  <a:srgbClr val="FFFDFC"/>
                </a:solidFill>
              </a:defRPr>
            </a:lvl5pPr>
            <a:lvl6pPr algn="l">
              <a:defRPr sz="1575" b="1">
                <a:solidFill>
                  <a:srgbClr val="FFFDFC"/>
                </a:solidFill>
              </a:defRPr>
            </a:lvl6pPr>
            <a:lvl7pPr algn="l">
              <a:defRPr sz="1575" b="1">
                <a:solidFill>
                  <a:srgbClr val="FFFDFC"/>
                </a:solidFill>
              </a:defRPr>
            </a:lvl7pPr>
            <a:lvl8pPr algn="l">
              <a:defRPr sz="1575" b="1">
                <a:solidFill>
                  <a:srgbClr val="FFFDFC"/>
                </a:solidFill>
              </a:defRPr>
            </a:lvl8pPr>
            <a:lvl9pPr algn="l">
              <a:defRPr sz="157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DFC"/>
                </a:solidFill>
              </a:defRPr>
            </a:pPr>
            <a:r>
              <a:rPr sz="1575" b="1">
                <a:solidFill>
                  <a:srgbClr val="FFFDFC"/>
                </a:solidFill>
              </a:rPr>
              <a:t>Navegador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56951-DA08-4338-BF02-D5709D03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037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ADA2"/>
                </a:solidFill>
              </a:defRPr>
            </a:defPPr>
            <a:lvl1pPr algn="l">
              <a:defRPr sz="1125" b="0">
                <a:solidFill>
                  <a:srgbClr val="B9ADA2"/>
                </a:solidFill>
              </a:defRPr>
            </a:lvl1pPr>
            <a:lvl2pPr algn="l">
              <a:defRPr sz="1125" b="0">
                <a:solidFill>
                  <a:srgbClr val="B9ADA2"/>
                </a:solidFill>
              </a:defRPr>
            </a:lvl2pPr>
            <a:lvl3pPr algn="l">
              <a:defRPr sz="1125" b="0">
                <a:solidFill>
                  <a:srgbClr val="B9ADA2"/>
                </a:solidFill>
              </a:defRPr>
            </a:lvl3pPr>
            <a:lvl4pPr algn="l">
              <a:defRPr sz="1125" b="0">
                <a:solidFill>
                  <a:srgbClr val="B9ADA2"/>
                </a:solidFill>
              </a:defRPr>
            </a:lvl4pPr>
            <a:lvl5pPr algn="l">
              <a:defRPr sz="1125" b="0">
                <a:solidFill>
                  <a:srgbClr val="B9ADA2"/>
                </a:solidFill>
              </a:defRPr>
            </a:lvl5pPr>
            <a:lvl6pPr algn="l">
              <a:defRPr sz="1125" b="0">
                <a:solidFill>
                  <a:srgbClr val="B9ADA2"/>
                </a:solidFill>
              </a:defRPr>
            </a:lvl6pPr>
            <a:lvl7pPr algn="l">
              <a:defRPr sz="1125" b="0">
                <a:solidFill>
                  <a:srgbClr val="B9ADA2"/>
                </a:solidFill>
              </a:defRPr>
            </a:lvl7pPr>
            <a:lvl8pPr algn="l">
              <a:defRPr sz="1125" b="0">
                <a:solidFill>
                  <a:srgbClr val="B9ADA2"/>
                </a:solidFill>
              </a:defRPr>
            </a:lvl8pPr>
            <a:lvl9pPr algn="l">
              <a:defRPr sz="11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ADA2"/>
                </a:solidFill>
              </a:defRPr>
            </a:pPr>
            <a:r>
              <a:rPr sz="1125" b="0">
                <a:solidFill>
                  <a:srgbClr val="B9ADA2"/>
                </a:solidFill>
              </a:rPr>
              <a:t>localhost:8080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966A1-3B09-459C-B866-43ECB129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86000"/>
            <a:ext cx="18097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4A3E3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587E5B-0DF1-49E4-A51C-646C4F7E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86000"/>
            <a:ext cx="66675" cy="1485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CE3D9-F8D9-495B-8096-FA997934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003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DFC"/>
                </a:solidFill>
              </a:defRPr>
            </a:defPPr>
            <a:lvl1pPr algn="l">
              <a:defRPr sz="1575" b="1">
                <a:solidFill>
                  <a:srgbClr val="FFFDFC"/>
                </a:solidFill>
              </a:defRPr>
            </a:lvl1pPr>
            <a:lvl2pPr algn="l">
              <a:defRPr sz="1575" b="1">
                <a:solidFill>
                  <a:srgbClr val="FFFDFC"/>
                </a:solidFill>
              </a:defRPr>
            </a:lvl2pPr>
            <a:lvl3pPr algn="l">
              <a:defRPr sz="1575" b="1">
                <a:solidFill>
                  <a:srgbClr val="FFFDFC"/>
                </a:solidFill>
              </a:defRPr>
            </a:lvl3pPr>
            <a:lvl4pPr algn="l">
              <a:defRPr sz="1575" b="1">
                <a:solidFill>
                  <a:srgbClr val="FFFDFC"/>
                </a:solidFill>
              </a:defRPr>
            </a:lvl4pPr>
            <a:lvl5pPr algn="l">
              <a:defRPr sz="1575" b="1">
                <a:solidFill>
                  <a:srgbClr val="FFFDFC"/>
                </a:solidFill>
              </a:defRPr>
            </a:lvl5pPr>
            <a:lvl6pPr algn="l">
              <a:defRPr sz="1575" b="1">
                <a:solidFill>
                  <a:srgbClr val="FFFDFC"/>
                </a:solidFill>
              </a:defRPr>
            </a:lvl6pPr>
            <a:lvl7pPr algn="l">
              <a:defRPr sz="1575" b="1">
                <a:solidFill>
                  <a:srgbClr val="FFFDFC"/>
                </a:solidFill>
              </a:defRPr>
            </a:lvl7pPr>
            <a:lvl8pPr algn="l">
              <a:defRPr sz="1575" b="1">
                <a:solidFill>
                  <a:srgbClr val="FFFDFC"/>
                </a:solidFill>
              </a:defRPr>
            </a:lvl8pPr>
            <a:lvl9pPr algn="l">
              <a:defRPr sz="157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DFC"/>
                </a:solidFill>
              </a:defRPr>
            </a:pPr>
            <a:r>
              <a:rPr sz="1575" b="1">
                <a:solidFill>
                  <a:srgbClr val="FFFDFC"/>
                </a:solidFill>
              </a:rPr>
              <a:t>Nginx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630D2-09C4-4587-8EE9-B334FA4E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95575"/>
            <a:ext cx="15049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ADA2"/>
                </a:solidFill>
              </a:defRPr>
            </a:defPPr>
            <a:lvl1pPr algn="l">
              <a:defRPr sz="1125" b="0">
                <a:solidFill>
                  <a:srgbClr val="B9ADA2"/>
                </a:solidFill>
              </a:defRPr>
            </a:lvl1pPr>
            <a:lvl2pPr algn="l">
              <a:defRPr sz="1125" b="0">
                <a:solidFill>
                  <a:srgbClr val="B9ADA2"/>
                </a:solidFill>
              </a:defRPr>
            </a:lvl2pPr>
            <a:lvl3pPr algn="l">
              <a:defRPr sz="1125" b="0">
                <a:solidFill>
                  <a:srgbClr val="B9ADA2"/>
                </a:solidFill>
              </a:defRPr>
            </a:lvl3pPr>
            <a:lvl4pPr algn="l">
              <a:defRPr sz="1125" b="0">
                <a:solidFill>
                  <a:srgbClr val="B9ADA2"/>
                </a:solidFill>
              </a:defRPr>
            </a:lvl4pPr>
            <a:lvl5pPr algn="l">
              <a:defRPr sz="1125" b="0">
                <a:solidFill>
                  <a:srgbClr val="B9ADA2"/>
                </a:solidFill>
              </a:defRPr>
            </a:lvl5pPr>
            <a:lvl6pPr algn="l">
              <a:defRPr sz="1125" b="0">
                <a:solidFill>
                  <a:srgbClr val="B9ADA2"/>
                </a:solidFill>
              </a:defRPr>
            </a:lvl6pPr>
            <a:lvl7pPr algn="l">
              <a:defRPr sz="1125" b="0">
                <a:solidFill>
                  <a:srgbClr val="B9ADA2"/>
                </a:solidFill>
              </a:defRPr>
            </a:lvl7pPr>
            <a:lvl8pPr algn="l">
              <a:defRPr sz="1125" b="0">
                <a:solidFill>
                  <a:srgbClr val="B9ADA2"/>
                </a:solidFill>
              </a:defRPr>
            </a:lvl8pPr>
            <a:lvl9pPr algn="l">
              <a:defRPr sz="11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ADA2"/>
                </a:solidFill>
              </a:defRPr>
            </a:pPr>
            <a:r>
              <a:rPr sz="1125" b="0">
                <a:solidFill>
                  <a:srgbClr val="B9ADA2"/>
                </a:solidFill>
              </a:rPr>
              <a:t>Balanceo ponderado</a:t>
            </a:r>
          </a:p>
          <a:p xmlns:a="http://schemas.openxmlformats.org/drawingml/2006/main">
            <a:pPr algn="l">
              <a:defRPr sz="1125" b="0">
                <a:solidFill>
                  <a:srgbClr val="B9ADA2"/>
                </a:solidFill>
              </a:defRPr>
            </a:pPr>
            <a:r>
              <a:rPr sz="1125" b="0">
                <a:solidFill>
                  <a:srgbClr val="B9ADA2"/>
                </a:solidFill>
              </a:rPr>
              <a:t>Rutas / y /api/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5B68DB-1380-4BF5-B54F-AEEED1EF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85900"/>
            <a:ext cx="1905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4A3E3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AACEE4-80A8-4CA4-BE80-696FD760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85900"/>
            <a:ext cx="66675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AD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458BDC-24AE-46FB-8224-F392751D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002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DFC"/>
                </a:solidFill>
              </a:defRPr>
            </a:defPPr>
            <a:lvl1pPr algn="l">
              <a:defRPr sz="1575" b="1">
                <a:solidFill>
                  <a:srgbClr val="FFFDFC"/>
                </a:solidFill>
              </a:defRPr>
            </a:lvl1pPr>
            <a:lvl2pPr algn="l">
              <a:defRPr sz="1575" b="1">
                <a:solidFill>
                  <a:srgbClr val="FFFDFC"/>
                </a:solidFill>
              </a:defRPr>
            </a:lvl2pPr>
            <a:lvl3pPr algn="l">
              <a:defRPr sz="1575" b="1">
                <a:solidFill>
                  <a:srgbClr val="FFFDFC"/>
                </a:solidFill>
              </a:defRPr>
            </a:lvl3pPr>
            <a:lvl4pPr algn="l">
              <a:defRPr sz="1575" b="1">
                <a:solidFill>
                  <a:srgbClr val="FFFDFC"/>
                </a:solidFill>
              </a:defRPr>
            </a:lvl4pPr>
            <a:lvl5pPr algn="l">
              <a:defRPr sz="1575" b="1">
                <a:solidFill>
                  <a:srgbClr val="FFFDFC"/>
                </a:solidFill>
              </a:defRPr>
            </a:lvl5pPr>
            <a:lvl6pPr algn="l">
              <a:defRPr sz="1575" b="1">
                <a:solidFill>
                  <a:srgbClr val="FFFDFC"/>
                </a:solidFill>
              </a:defRPr>
            </a:lvl6pPr>
            <a:lvl7pPr algn="l">
              <a:defRPr sz="1575" b="1">
                <a:solidFill>
                  <a:srgbClr val="FFFDFC"/>
                </a:solidFill>
              </a:defRPr>
            </a:lvl7pPr>
            <a:lvl8pPr algn="l">
              <a:defRPr sz="1575" b="1">
                <a:solidFill>
                  <a:srgbClr val="FFFDFC"/>
                </a:solidFill>
              </a:defRPr>
            </a:lvl8pPr>
            <a:lvl9pPr algn="l">
              <a:defRPr sz="157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DFC"/>
                </a:solidFill>
              </a:defRPr>
            </a:pPr>
            <a:r>
              <a:rPr sz="1575" b="1">
                <a:solidFill>
                  <a:srgbClr val="FFFDFC"/>
                </a:solidFill>
              </a:rPr>
              <a:t>Frontend V1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69024-F6EC-4A3B-8A6F-6E118D8D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95475"/>
            <a:ext cx="1600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ADA2"/>
                </a:solidFill>
              </a:defRPr>
            </a:defPPr>
            <a:lvl1pPr algn="l">
              <a:defRPr sz="1125" b="0">
                <a:solidFill>
                  <a:srgbClr val="B9ADA2"/>
                </a:solidFill>
              </a:defRPr>
            </a:lvl1pPr>
            <a:lvl2pPr algn="l">
              <a:defRPr sz="1125" b="0">
                <a:solidFill>
                  <a:srgbClr val="B9ADA2"/>
                </a:solidFill>
              </a:defRPr>
            </a:lvl2pPr>
            <a:lvl3pPr algn="l">
              <a:defRPr sz="1125" b="0">
                <a:solidFill>
                  <a:srgbClr val="B9ADA2"/>
                </a:solidFill>
              </a:defRPr>
            </a:lvl3pPr>
            <a:lvl4pPr algn="l">
              <a:defRPr sz="1125" b="0">
                <a:solidFill>
                  <a:srgbClr val="B9ADA2"/>
                </a:solidFill>
              </a:defRPr>
            </a:lvl4pPr>
            <a:lvl5pPr algn="l">
              <a:defRPr sz="1125" b="0">
                <a:solidFill>
                  <a:srgbClr val="B9ADA2"/>
                </a:solidFill>
              </a:defRPr>
            </a:lvl5pPr>
            <a:lvl6pPr algn="l">
              <a:defRPr sz="1125" b="0">
                <a:solidFill>
                  <a:srgbClr val="B9ADA2"/>
                </a:solidFill>
              </a:defRPr>
            </a:lvl6pPr>
            <a:lvl7pPr algn="l">
              <a:defRPr sz="1125" b="0">
                <a:solidFill>
                  <a:srgbClr val="B9ADA2"/>
                </a:solidFill>
              </a:defRPr>
            </a:lvl7pPr>
            <a:lvl8pPr algn="l">
              <a:defRPr sz="1125" b="0">
                <a:solidFill>
                  <a:srgbClr val="B9ADA2"/>
                </a:solidFill>
              </a:defRPr>
            </a:lvl8pPr>
            <a:lvl9pPr algn="l">
              <a:defRPr sz="11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ADA2"/>
                </a:solidFill>
              </a:defRPr>
            </a:pPr>
            <a:r>
              <a:rPr sz="1125" b="0">
                <a:solidFill>
                  <a:srgbClr val="B9ADA2"/>
                </a:solidFill>
              </a:rPr>
              <a:t>X-App-Version: v1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DAC03A-D15C-4A3A-B8DC-5FC2330B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19400"/>
            <a:ext cx="1905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4A3E3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707ACC-4844-460C-AEFC-552E041A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19400"/>
            <a:ext cx="66675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FA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31E2DB-AABA-44CE-963A-4882CC86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337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DFC"/>
                </a:solidFill>
              </a:defRPr>
            </a:defPPr>
            <a:lvl1pPr algn="l">
              <a:defRPr sz="1575" b="1">
                <a:solidFill>
                  <a:srgbClr val="FFFDFC"/>
                </a:solidFill>
              </a:defRPr>
            </a:lvl1pPr>
            <a:lvl2pPr algn="l">
              <a:defRPr sz="1575" b="1">
                <a:solidFill>
                  <a:srgbClr val="FFFDFC"/>
                </a:solidFill>
              </a:defRPr>
            </a:lvl2pPr>
            <a:lvl3pPr algn="l">
              <a:defRPr sz="1575" b="1">
                <a:solidFill>
                  <a:srgbClr val="FFFDFC"/>
                </a:solidFill>
              </a:defRPr>
            </a:lvl3pPr>
            <a:lvl4pPr algn="l">
              <a:defRPr sz="1575" b="1">
                <a:solidFill>
                  <a:srgbClr val="FFFDFC"/>
                </a:solidFill>
              </a:defRPr>
            </a:lvl4pPr>
            <a:lvl5pPr algn="l">
              <a:defRPr sz="1575" b="1">
                <a:solidFill>
                  <a:srgbClr val="FFFDFC"/>
                </a:solidFill>
              </a:defRPr>
            </a:lvl5pPr>
            <a:lvl6pPr algn="l">
              <a:defRPr sz="1575" b="1">
                <a:solidFill>
                  <a:srgbClr val="FFFDFC"/>
                </a:solidFill>
              </a:defRPr>
            </a:lvl6pPr>
            <a:lvl7pPr algn="l">
              <a:defRPr sz="1575" b="1">
                <a:solidFill>
                  <a:srgbClr val="FFFDFC"/>
                </a:solidFill>
              </a:defRPr>
            </a:lvl7pPr>
            <a:lvl8pPr algn="l">
              <a:defRPr sz="1575" b="1">
                <a:solidFill>
                  <a:srgbClr val="FFFDFC"/>
                </a:solidFill>
              </a:defRPr>
            </a:lvl8pPr>
            <a:lvl9pPr algn="l">
              <a:defRPr sz="157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DFC"/>
                </a:solidFill>
              </a:defRPr>
            </a:pPr>
            <a:r>
              <a:rPr sz="1575" b="1">
                <a:solidFill>
                  <a:srgbClr val="FFFDFC"/>
                </a:solidFill>
              </a:rPr>
              <a:t>Frontend V2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D9F750-6178-4B0F-97F6-417F1D4B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28975"/>
            <a:ext cx="1600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ADA2"/>
                </a:solidFill>
              </a:defRPr>
            </a:defPPr>
            <a:lvl1pPr algn="l">
              <a:defRPr sz="1125" b="0">
                <a:solidFill>
                  <a:srgbClr val="B9ADA2"/>
                </a:solidFill>
              </a:defRPr>
            </a:lvl1pPr>
            <a:lvl2pPr algn="l">
              <a:defRPr sz="1125" b="0">
                <a:solidFill>
                  <a:srgbClr val="B9ADA2"/>
                </a:solidFill>
              </a:defRPr>
            </a:lvl2pPr>
            <a:lvl3pPr algn="l">
              <a:defRPr sz="1125" b="0">
                <a:solidFill>
                  <a:srgbClr val="B9ADA2"/>
                </a:solidFill>
              </a:defRPr>
            </a:lvl3pPr>
            <a:lvl4pPr algn="l">
              <a:defRPr sz="1125" b="0">
                <a:solidFill>
                  <a:srgbClr val="B9ADA2"/>
                </a:solidFill>
              </a:defRPr>
            </a:lvl4pPr>
            <a:lvl5pPr algn="l">
              <a:defRPr sz="1125" b="0">
                <a:solidFill>
                  <a:srgbClr val="B9ADA2"/>
                </a:solidFill>
              </a:defRPr>
            </a:lvl5pPr>
            <a:lvl6pPr algn="l">
              <a:defRPr sz="1125" b="0">
                <a:solidFill>
                  <a:srgbClr val="B9ADA2"/>
                </a:solidFill>
              </a:defRPr>
            </a:lvl6pPr>
            <a:lvl7pPr algn="l">
              <a:defRPr sz="1125" b="0">
                <a:solidFill>
                  <a:srgbClr val="B9ADA2"/>
                </a:solidFill>
              </a:defRPr>
            </a:lvl7pPr>
            <a:lvl8pPr algn="l">
              <a:defRPr sz="1125" b="0">
                <a:solidFill>
                  <a:srgbClr val="B9ADA2"/>
                </a:solidFill>
              </a:defRPr>
            </a:lvl8pPr>
            <a:lvl9pPr algn="l">
              <a:defRPr sz="11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ADA2"/>
                </a:solidFill>
              </a:defRPr>
            </a:pPr>
            <a:r>
              <a:rPr sz="1125" b="0">
                <a:solidFill>
                  <a:srgbClr val="B9ADA2"/>
                </a:solidFill>
              </a:rPr>
              <a:t>Etiqueta Canary</a:t>
            </a:r>
          </a:p>
          <a:p xmlns:a="http://schemas.openxmlformats.org/drawingml/2006/main">
            <a:pPr algn="l">
              <a:defRPr sz="1125" b="0">
                <a:solidFill>
                  <a:srgbClr val="B9ADA2"/>
                </a:solidFill>
              </a:defRPr>
            </a:pPr>
            <a:r>
              <a:rPr sz="1125" b="0">
                <a:solidFill>
                  <a:srgbClr val="B9ADA2"/>
                </a:solidFill>
              </a:rPr>
              <a:t>X-App-Version: v2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039DBE-40E9-40F4-823A-113DC6FC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00500"/>
            <a:ext cx="1524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4A3E3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482AD9-318A-4BF8-B7A9-36CFB6F6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00500"/>
            <a:ext cx="66675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C6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AAA7F9-DBB6-4CC0-997A-374C7F6E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DFC"/>
                </a:solidFill>
              </a:defRPr>
            </a:defPPr>
            <a:lvl1pPr algn="l">
              <a:defRPr sz="1575" b="1">
                <a:solidFill>
                  <a:srgbClr val="FFFDFC"/>
                </a:solidFill>
              </a:defRPr>
            </a:lvl1pPr>
            <a:lvl2pPr algn="l">
              <a:defRPr sz="1575" b="1">
                <a:solidFill>
                  <a:srgbClr val="FFFDFC"/>
                </a:solidFill>
              </a:defRPr>
            </a:lvl2pPr>
            <a:lvl3pPr algn="l">
              <a:defRPr sz="1575" b="1">
                <a:solidFill>
                  <a:srgbClr val="FFFDFC"/>
                </a:solidFill>
              </a:defRPr>
            </a:lvl3pPr>
            <a:lvl4pPr algn="l">
              <a:defRPr sz="1575" b="1">
                <a:solidFill>
                  <a:srgbClr val="FFFDFC"/>
                </a:solidFill>
              </a:defRPr>
            </a:lvl4pPr>
            <a:lvl5pPr algn="l">
              <a:defRPr sz="1575" b="1">
                <a:solidFill>
                  <a:srgbClr val="FFFDFC"/>
                </a:solidFill>
              </a:defRPr>
            </a:lvl5pPr>
            <a:lvl6pPr algn="l">
              <a:defRPr sz="1575" b="1">
                <a:solidFill>
                  <a:srgbClr val="FFFDFC"/>
                </a:solidFill>
              </a:defRPr>
            </a:lvl6pPr>
            <a:lvl7pPr algn="l">
              <a:defRPr sz="1575" b="1">
                <a:solidFill>
                  <a:srgbClr val="FFFDFC"/>
                </a:solidFill>
              </a:defRPr>
            </a:lvl7pPr>
            <a:lvl8pPr algn="l">
              <a:defRPr sz="1575" b="1">
                <a:solidFill>
                  <a:srgbClr val="FFFDFC"/>
                </a:solidFill>
              </a:defRPr>
            </a:lvl8pPr>
            <a:lvl9pPr algn="l">
              <a:defRPr sz="157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DFC"/>
                </a:solidFill>
              </a:defRPr>
            </a:pPr>
            <a:r>
              <a:rPr sz="1575" b="1">
                <a:solidFill>
                  <a:srgbClr val="FFFDFC"/>
                </a:solidFill>
              </a:rPr>
              <a:t>API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A0C892-E0E1-422D-A9C1-F8995B7C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10075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ADA2"/>
                </a:solidFill>
              </a:defRPr>
            </a:defPPr>
            <a:lvl1pPr algn="l">
              <a:defRPr sz="1125" b="0">
                <a:solidFill>
                  <a:srgbClr val="B9ADA2"/>
                </a:solidFill>
              </a:defRPr>
            </a:lvl1pPr>
            <a:lvl2pPr algn="l">
              <a:defRPr sz="1125" b="0">
                <a:solidFill>
                  <a:srgbClr val="B9ADA2"/>
                </a:solidFill>
              </a:defRPr>
            </a:lvl2pPr>
            <a:lvl3pPr algn="l">
              <a:defRPr sz="1125" b="0">
                <a:solidFill>
                  <a:srgbClr val="B9ADA2"/>
                </a:solidFill>
              </a:defRPr>
            </a:lvl3pPr>
            <a:lvl4pPr algn="l">
              <a:defRPr sz="1125" b="0">
                <a:solidFill>
                  <a:srgbClr val="B9ADA2"/>
                </a:solidFill>
              </a:defRPr>
            </a:lvl4pPr>
            <a:lvl5pPr algn="l">
              <a:defRPr sz="1125" b="0">
                <a:solidFill>
                  <a:srgbClr val="B9ADA2"/>
                </a:solidFill>
              </a:defRPr>
            </a:lvl5pPr>
            <a:lvl6pPr algn="l">
              <a:defRPr sz="1125" b="0">
                <a:solidFill>
                  <a:srgbClr val="B9ADA2"/>
                </a:solidFill>
              </a:defRPr>
            </a:lvl6pPr>
            <a:lvl7pPr algn="l">
              <a:defRPr sz="1125" b="0">
                <a:solidFill>
                  <a:srgbClr val="B9ADA2"/>
                </a:solidFill>
              </a:defRPr>
            </a:lvl7pPr>
            <a:lvl8pPr algn="l">
              <a:defRPr sz="1125" b="0">
                <a:solidFill>
                  <a:srgbClr val="B9ADA2"/>
                </a:solidFill>
              </a:defRPr>
            </a:lvl8pPr>
            <a:lvl9pPr algn="l">
              <a:defRPr sz="11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ADA2"/>
                </a:solidFill>
              </a:defRPr>
            </a:pPr>
            <a:r>
              <a:rPr sz="1125" b="0">
                <a:solidFill>
                  <a:srgbClr val="B9ADA2"/>
                </a:solidFill>
              </a:rPr>
              <a:t>Backend único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BE66E8-7822-4722-9DE3-9DF940E4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19700"/>
            <a:ext cx="1524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4A3E3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991A34-167A-4FF2-A127-D4C2944D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19700"/>
            <a:ext cx="66675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B4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A04443-2F13-4289-ABAA-D37CF85B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3340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DFC"/>
                </a:solidFill>
              </a:defRPr>
            </a:defPPr>
            <a:lvl1pPr algn="l">
              <a:defRPr sz="1575" b="1">
                <a:solidFill>
                  <a:srgbClr val="FFFDFC"/>
                </a:solidFill>
              </a:defRPr>
            </a:lvl1pPr>
            <a:lvl2pPr algn="l">
              <a:defRPr sz="1575" b="1">
                <a:solidFill>
                  <a:srgbClr val="FFFDFC"/>
                </a:solidFill>
              </a:defRPr>
            </a:lvl2pPr>
            <a:lvl3pPr algn="l">
              <a:defRPr sz="1575" b="1">
                <a:solidFill>
                  <a:srgbClr val="FFFDFC"/>
                </a:solidFill>
              </a:defRPr>
            </a:lvl3pPr>
            <a:lvl4pPr algn="l">
              <a:defRPr sz="1575" b="1">
                <a:solidFill>
                  <a:srgbClr val="FFFDFC"/>
                </a:solidFill>
              </a:defRPr>
            </a:lvl4pPr>
            <a:lvl5pPr algn="l">
              <a:defRPr sz="1575" b="1">
                <a:solidFill>
                  <a:srgbClr val="FFFDFC"/>
                </a:solidFill>
              </a:defRPr>
            </a:lvl5pPr>
            <a:lvl6pPr algn="l">
              <a:defRPr sz="1575" b="1">
                <a:solidFill>
                  <a:srgbClr val="FFFDFC"/>
                </a:solidFill>
              </a:defRPr>
            </a:lvl6pPr>
            <a:lvl7pPr algn="l">
              <a:defRPr sz="1575" b="1">
                <a:solidFill>
                  <a:srgbClr val="FFFDFC"/>
                </a:solidFill>
              </a:defRPr>
            </a:lvl7pPr>
            <a:lvl8pPr algn="l">
              <a:defRPr sz="1575" b="1">
                <a:solidFill>
                  <a:srgbClr val="FFFDFC"/>
                </a:solidFill>
              </a:defRPr>
            </a:lvl8pPr>
            <a:lvl9pPr algn="l">
              <a:defRPr sz="157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DFC"/>
                </a:solidFill>
              </a:defRPr>
            </a:pPr>
            <a:r>
              <a:rPr sz="1575" b="1">
                <a:solidFill>
                  <a:srgbClr val="FFFDFC"/>
                </a:solidFill>
              </a:rPr>
              <a:t>Redis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818008-633A-4232-BB52-89AB76BD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629275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ADA2"/>
                </a:solidFill>
              </a:defRPr>
            </a:defPPr>
            <a:lvl1pPr algn="l">
              <a:defRPr sz="1125" b="0">
                <a:solidFill>
                  <a:srgbClr val="B9ADA2"/>
                </a:solidFill>
              </a:defRPr>
            </a:lvl1pPr>
            <a:lvl2pPr algn="l">
              <a:defRPr sz="1125" b="0">
                <a:solidFill>
                  <a:srgbClr val="B9ADA2"/>
                </a:solidFill>
              </a:defRPr>
            </a:lvl2pPr>
            <a:lvl3pPr algn="l">
              <a:defRPr sz="1125" b="0">
                <a:solidFill>
                  <a:srgbClr val="B9ADA2"/>
                </a:solidFill>
              </a:defRPr>
            </a:lvl3pPr>
            <a:lvl4pPr algn="l">
              <a:defRPr sz="1125" b="0">
                <a:solidFill>
                  <a:srgbClr val="B9ADA2"/>
                </a:solidFill>
              </a:defRPr>
            </a:lvl4pPr>
            <a:lvl5pPr algn="l">
              <a:defRPr sz="1125" b="0">
                <a:solidFill>
                  <a:srgbClr val="B9ADA2"/>
                </a:solidFill>
              </a:defRPr>
            </a:lvl5pPr>
            <a:lvl6pPr algn="l">
              <a:defRPr sz="1125" b="0">
                <a:solidFill>
                  <a:srgbClr val="B9ADA2"/>
                </a:solidFill>
              </a:defRPr>
            </a:lvl6pPr>
            <a:lvl7pPr algn="l">
              <a:defRPr sz="1125" b="0">
                <a:solidFill>
                  <a:srgbClr val="B9ADA2"/>
                </a:solidFill>
              </a:defRPr>
            </a:lvl7pPr>
            <a:lvl8pPr algn="l">
              <a:defRPr sz="1125" b="0">
                <a:solidFill>
                  <a:srgbClr val="B9ADA2"/>
                </a:solidFill>
              </a:defRPr>
            </a:lvl8pPr>
            <a:lvl9pPr algn="l">
              <a:defRPr sz="11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ADA2"/>
                </a:solidFill>
              </a:defRPr>
            </a:pPr>
            <a:r>
              <a:rPr sz="1125" b="0">
                <a:solidFill>
                  <a:srgbClr val="B9ADA2"/>
                </a:solidFill>
              </a:rPr>
              <a:t>Datos compartidos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451C18-D98A-411E-8D80-BBE48148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099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D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9FDD3C-D2CE-4208-9C4C-9BAA98F6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5262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D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08FA46-30EC-44C9-A6B1-17DB2E16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8612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D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200673-8AE7-4FBC-990F-CAB51496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289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D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60C813-58A5-4121-A056-BC6698B6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28950"/>
            <a:ext cx="38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D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860160-1030-4FB9-8010-425C8F86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81500"/>
            <a:ext cx="3371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D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657D29-6BAB-443A-B640-69B50633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00600"/>
            <a:ext cx="3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D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EA76E4-3531-4ACE-BA61-5711D9EB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192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B9ADA2"/>
                </a:solidFill>
              </a:defRPr>
            </a:defPPr>
            <a:lvl1pPr algn="ctr">
              <a:defRPr sz="1350" b="1">
                <a:solidFill>
                  <a:srgbClr val="B9ADA2"/>
                </a:solidFill>
              </a:defRPr>
            </a:lvl1pPr>
            <a:lvl2pPr algn="ctr">
              <a:defRPr sz="1350" b="1">
                <a:solidFill>
                  <a:srgbClr val="B9ADA2"/>
                </a:solidFill>
              </a:defRPr>
            </a:lvl2pPr>
            <a:lvl3pPr algn="ctr">
              <a:defRPr sz="1350" b="1">
                <a:solidFill>
                  <a:srgbClr val="B9ADA2"/>
                </a:solidFill>
              </a:defRPr>
            </a:lvl3pPr>
            <a:lvl4pPr algn="ctr">
              <a:defRPr sz="1350" b="1">
                <a:solidFill>
                  <a:srgbClr val="B9ADA2"/>
                </a:solidFill>
              </a:defRPr>
            </a:lvl4pPr>
            <a:lvl5pPr algn="ctr">
              <a:defRPr sz="1350" b="1">
                <a:solidFill>
                  <a:srgbClr val="B9ADA2"/>
                </a:solidFill>
              </a:defRPr>
            </a:lvl5pPr>
            <a:lvl6pPr algn="ctr">
              <a:defRPr sz="1350" b="1">
                <a:solidFill>
                  <a:srgbClr val="B9ADA2"/>
                </a:solidFill>
              </a:defRPr>
            </a:lvl6pPr>
            <a:lvl7pPr algn="ctr">
              <a:defRPr sz="1350" b="1">
                <a:solidFill>
                  <a:srgbClr val="B9ADA2"/>
                </a:solidFill>
              </a:defRPr>
            </a:lvl7pPr>
            <a:lvl8pPr algn="ctr">
              <a:defRPr sz="1350" b="1">
                <a:solidFill>
                  <a:srgbClr val="B9ADA2"/>
                </a:solidFill>
              </a:defRPr>
            </a:lvl8pPr>
            <a:lvl9pPr algn="ctr">
              <a:defRPr sz="1350" b="1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B9ADA2"/>
                </a:solidFill>
              </a:defRPr>
            </a:pPr>
            <a:r>
              <a:rPr sz="1350" b="1">
                <a:solidFill>
                  <a:srgbClr val="B9ADA2"/>
                </a:solidFill>
              </a:rPr>
              <a:t>90 %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43812E-4909-4D95-AB78-FD36B2A3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527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5FA8D3"/>
                </a:solidFill>
              </a:defRPr>
            </a:defPPr>
            <a:lvl1pPr algn="ctr">
              <a:defRPr sz="1350" b="1">
                <a:solidFill>
                  <a:srgbClr val="5FA8D3"/>
                </a:solidFill>
              </a:defRPr>
            </a:lvl1pPr>
            <a:lvl2pPr algn="ctr">
              <a:defRPr sz="1350" b="1">
                <a:solidFill>
                  <a:srgbClr val="5FA8D3"/>
                </a:solidFill>
              </a:defRPr>
            </a:lvl2pPr>
            <a:lvl3pPr algn="ctr">
              <a:defRPr sz="1350" b="1">
                <a:solidFill>
                  <a:srgbClr val="5FA8D3"/>
                </a:solidFill>
              </a:defRPr>
            </a:lvl3pPr>
            <a:lvl4pPr algn="ctr">
              <a:defRPr sz="1350" b="1">
                <a:solidFill>
                  <a:srgbClr val="5FA8D3"/>
                </a:solidFill>
              </a:defRPr>
            </a:lvl4pPr>
            <a:lvl5pPr algn="ctr">
              <a:defRPr sz="1350" b="1">
                <a:solidFill>
                  <a:srgbClr val="5FA8D3"/>
                </a:solidFill>
              </a:defRPr>
            </a:lvl5pPr>
            <a:lvl6pPr algn="ctr">
              <a:defRPr sz="1350" b="1">
                <a:solidFill>
                  <a:srgbClr val="5FA8D3"/>
                </a:solidFill>
              </a:defRPr>
            </a:lvl6pPr>
            <a:lvl7pPr algn="ctr">
              <a:defRPr sz="1350" b="1">
                <a:solidFill>
                  <a:srgbClr val="5FA8D3"/>
                </a:solidFill>
              </a:defRPr>
            </a:lvl7pPr>
            <a:lvl8pPr algn="ctr">
              <a:defRPr sz="1350" b="1">
                <a:solidFill>
                  <a:srgbClr val="5FA8D3"/>
                </a:solidFill>
              </a:defRPr>
            </a:lvl8pPr>
            <a:lvl9pPr algn="ctr">
              <a:defRPr sz="1350" b="1">
                <a:solidFill>
                  <a:srgbClr val="5FA8D3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5FA8D3"/>
                </a:solidFill>
              </a:defRPr>
            </a:pPr>
            <a:r>
              <a:rPr sz="1350" b="1">
                <a:solidFill>
                  <a:srgbClr val="5FA8D3"/>
                </a:solidFill>
              </a:rPr>
              <a:t>10 %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AF421F-D910-4C8A-B24B-CCD3142A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19550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63C69C"/>
                </a:solidFill>
              </a:defRPr>
            </a:defPPr>
            <a:lvl1pPr algn="ctr">
              <a:defRPr sz="1125" b="1">
                <a:solidFill>
                  <a:srgbClr val="63C69C"/>
                </a:solidFill>
              </a:defRPr>
            </a:lvl1pPr>
            <a:lvl2pPr algn="ctr">
              <a:defRPr sz="1125" b="1">
                <a:solidFill>
                  <a:srgbClr val="63C69C"/>
                </a:solidFill>
              </a:defRPr>
            </a:lvl2pPr>
            <a:lvl3pPr algn="ctr">
              <a:defRPr sz="1125" b="1">
                <a:solidFill>
                  <a:srgbClr val="63C69C"/>
                </a:solidFill>
              </a:defRPr>
            </a:lvl3pPr>
            <a:lvl4pPr algn="ctr">
              <a:defRPr sz="1125" b="1">
                <a:solidFill>
                  <a:srgbClr val="63C69C"/>
                </a:solidFill>
              </a:defRPr>
            </a:lvl4pPr>
            <a:lvl5pPr algn="ctr">
              <a:defRPr sz="1125" b="1">
                <a:solidFill>
                  <a:srgbClr val="63C69C"/>
                </a:solidFill>
              </a:defRPr>
            </a:lvl5pPr>
            <a:lvl6pPr algn="ctr">
              <a:defRPr sz="1125" b="1">
                <a:solidFill>
                  <a:srgbClr val="63C69C"/>
                </a:solidFill>
              </a:defRPr>
            </a:lvl6pPr>
            <a:lvl7pPr algn="ctr">
              <a:defRPr sz="1125" b="1">
                <a:solidFill>
                  <a:srgbClr val="63C69C"/>
                </a:solidFill>
              </a:defRPr>
            </a:lvl7pPr>
            <a:lvl8pPr algn="ctr">
              <a:defRPr sz="1125" b="1">
                <a:solidFill>
                  <a:srgbClr val="63C69C"/>
                </a:solidFill>
              </a:defRPr>
            </a:lvl8pPr>
            <a:lvl9pPr algn="ctr">
              <a:defRPr sz="1125" b="1">
                <a:solidFill>
                  <a:srgbClr val="63C69C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63C69C"/>
                </a:solidFill>
              </a:defRPr>
            </a:pPr>
            <a:r>
              <a:rPr sz="1125" b="1">
                <a:solidFill>
                  <a:srgbClr val="63C69C"/>
                </a:solidFill>
              </a:rPr>
              <a:t>/api/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CA5224-2271-4D7E-A9CB-E6AB8E7A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4E8D8"/>
                </a:solidFill>
              </a:defRPr>
            </a:defPPr>
            <a:lvl1pPr algn="ctr">
              <a:defRPr sz="1500" b="1">
                <a:solidFill>
                  <a:srgbClr val="F4E8D8"/>
                </a:solidFill>
              </a:defRPr>
            </a:lvl1pPr>
            <a:lvl2pPr algn="ctr">
              <a:defRPr sz="1500" b="1">
                <a:solidFill>
                  <a:srgbClr val="F4E8D8"/>
                </a:solidFill>
              </a:defRPr>
            </a:lvl2pPr>
            <a:lvl3pPr algn="ctr">
              <a:defRPr sz="1500" b="1">
                <a:solidFill>
                  <a:srgbClr val="F4E8D8"/>
                </a:solidFill>
              </a:defRPr>
            </a:lvl3pPr>
            <a:lvl4pPr algn="ctr">
              <a:defRPr sz="1500" b="1">
                <a:solidFill>
                  <a:srgbClr val="F4E8D8"/>
                </a:solidFill>
              </a:defRPr>
            </a:lvl4pPr>
            <a:lvl5pPr algn="ctr">
              <a:defRPr sz="1500" b="1">
                <a:solidFill>
                  <a:srgbClr val="F4E8D8"/>
                </a:solidFill>
              </a:defRPr>
            </a:lvl5pPr>
            <a:lvl6pPr algn="ctr">
              <a:defRPr sz="1500" b="1">
                <a:solidFill>
                  <a:srgbClr val="F4E8D8"/>
                </a:solidFill>
              </a:defRPr>
            </a:lvl6pPr>
            <a:lvl7pPr algn="ctr">
              <a:defRPr sz="1500" b="1">
                <a:solidFill>
                  <a:srgbClr val="F4E8D8"/>
                </a:solidFill>
              </a:defRPr>
            </a:lvl7pPr>
            <a:lvl8pPr algn="ctr">
              <a:defRPr sz="1500" b="1">
                <a:solidFill>
                  <a:srgbClr val="F4E8D8"/>
                </a:solidFill>
              </a:defRPr>
            </a:lvl8pPr>
            <a:lvl9pPr algn="ctr">
              <a:defRPr sz="1500" b="1">
                <a:solidFill>
                  <a:srgbClr val="F4E8D8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4E8D8"/>
                </a:solidFill>
              </a:defRPr>
            </a:pPr>
            <a:r>
              <a:rPr sz="1500" b="1">
                <a:solidFill>
                  <a:srgbClr val="F4E8D8"/>
                </a:solidFill>
              </a:rPr>
              <a:t>V1 y V2 comparten API y Redis. Los pedidos permanecen sincronizados.</a:t>
            </a:r>
          </a:p>
        </p:txBody>
      </p:sp>
    </p:spTree>
    <p:extLst>
      <p:ext uri="{BB962C8B-B14F-4D97-AF65-F5344CB8AC3E}">
        <p14:creationId xmlns:p14="http://schemas.microsoft.com/office/powerpoint/2010/main" val="13829896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E10E34-A707-4867-AB3C-C40C73C8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C47A45"/>
                </a:solidFill>
              </a:defRPr>
            </a:defPPr>
            <a:lvl1pPr algn="l">
              <a:defRPr sz="1050" b="1">
                <a:solidFill>
                  <a:srgbClr val="C47A45"/>
                </a:solidFill>
              </a:defRPr>
            </a:lvl1pPr>
            <a:lvl2pPr algn="l">
              <a:defRPr sz="1050" b="1">
                <a:solidFill>
                  <a:srgbClr val="C47A45"/>
                </a:solidFill>
              </a:defRPr>
            </a:lvl2pPr>
            <a:lvl3pPr algn="l">
              <a:defRPr sz="1050" b="1">
                <a:solidFill>
                  <a:srgbClr val="C47A45"/>
                </a:solidFill>
              </a:defRPr>
            </a:lvl3pPr>
            <a:lvl4pPr algn="l">
              <a:defRPr sz="1050" b="1">
                <a:solidFill>
                  <a:srgbClr val="C47A45"/>
                </a:solidFill>
              </a:defRPr>
            </a:lvl4pPr>
            <a:lvl5pPr algn="l">
              <a:defRPr sz="1050" b="1">
                <a:solidFill>
                  <a:srgbClr val="C47A45"/>
                </a:solidFill>
              </a:defRPr>
            </a:lvl5pPr>
            <a:lvl6pPr algn="l">
              <a:defRPr sz="1050" b="1">
                <a:solidFill>
                  <a:srgbClr val="C47A45"/>
                </a:solidFill>
              </a:defRPr>
            </a:lvl6pPr>
            <a:lvl7pPr algn="l">
              <a:defRPr sz="1050" b="1">
                <a:solidFill>
                  <a:srgbClr val="C47A45"/>
                </a:solidFill>
              </a:defRPr>
            </a:lvl7pPr>
            <a:lvl8pPr algn="l">
              <a:defRPr sz="1050" b="1">
                <a:solidFill>
                  <a:srgbClr val="C47A45"/>
                </a:solidFill>
              </a:defRPr>
            </a:lvl8pPr>
            <a:lvl9pPr algn="l">
              <a:defRPr sz="1050" b="1">
                <a:solidFill>
                  <a:srgbClr val="C47A4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C47A45"/>
                </a:solidFill>
              </a:defRPr>
            </a:pPr>
            <a:r>
              <a:rPr sz="1050" b="1">
                <a:solidFill>
                  <a:srgbClr val="C47A45"/>
                </a:solidFill>
              </a:rPr>
              <a:t>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5FCFA-DFA5-452D-A8F3-EFA3D5F2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FFFDFC"/>
                </a:solidFill>
              </a:defRPr>
            </a:defPPr>
            <a:lvl1pPr algn="l">
              <a:defRPr sz="3150" b="1">
                <a:solidFill>
                  <a:srgbClr val="FFFDFC"/>
                </a:solidFill>
              </a:defRPr>
            </a:lvl1pPr>
            <a:lvl2pPr algn="l">
              <a:defRPr sz="3150" b="1">
                <a:solidFill>
                  <a:srgbClr val="FFFDFC"/>
                </a:solidFill>
              </a:defRPr>
            </a:lvl2pPr>
            <a:lvl3pPr algn="l">
              <a:defRPr sz="3150" b="1">
                <a:solidFill>
                  <a:srgbClr val="FFFDFC"/>
                </a:solidFill>
              </a:defRPr>
            </a:lvl3pPr>
            <a:lvl4pPr algn="l">
              <a:defRPr sz="3150" b="1">
                <a:solidFill>
                  <a:srgbClr val="FFFDFC"/>
                </a:solidFill>
              </a:defRPr>
            </a:lvl4pPr>
            <a:lvl5pPr algn="l">
              <a:defRPr sz="3150" b="1">
                <a:solidFill>
                  <a:srgbClr val="FFFDFC"/>
                </a:solidFill>
              </a:defRPr>
            </a:lvl5pPr>
            <a:lvl6pPr algn="l">
              <a:defRPr sz="3150" b="1">
                <a:solidFill>
                  <a:srgbClr val="FFFDFC"/>
                </a:solidFill>
              </a:defRPr>
            </a:lvl6pPr>
            <a:lvl7pPr algn="l">
              <a:defRPr sz="3150" b="1">
                <a:solidFill>
                  <a:srgbClr val="FFFDFC"/>
                </a:solidFill>
              </a:defRPr>
            </a:lvl7pPr>
            <a:lvl8pPr algn="l">
              <a:defRPr sz="3150" b="1">
                <a:solidFill>
                  <a:srgbClr val="FFFDFC"/>
                </a:solidFill>
              </a:defRPr>
            </a:lvl8pPr>
            <a:lvl9pPr algn="l">
              <a:defRPr sz="3150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FDFC"/>
                </a:solidFill>
              </a:defRPr>
            </a:pPr>
            <a:r>
              <a:rPr sz="3150" b="1">
                <a:solidFill>
                  <a:srgbClr val="FFFDFC"/>
                </a:solidFill>
              </a:rPr>
              <a:t>Validación del Canary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3E093-A6F4-458C-B4EC-EAB0417F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8233D-6F6E-4CDA-90A0-E2E8C2CD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B9ADA2"/>
                </a:solidFill>
              </a:defRPr>
            </a:defPPr>
            <a:lvl1pPr algn="l">
              <a:defRPr sz="900" b="0">
                <a:solidFill>
                  <a:srgbClr val="B9ADA2"/>
                </a:solidFill>
              </a:defRPr>
            </a:lvl1pPr>
            <a:lvl2pPr algn="l">
              <a:defRPr sz="900" b="0">
                <a:solidFill>
                  <a:srgbClr val="B9ADA2"/>
                </a:solidFill>
              </a:defRPr>
            </a:lvl2pPr>
            <a:lvl3pPr algn="l">
              <a:defRPr sz="900" b="0">
                <a:solidFill>
                  <a:srgbClr val="B9ADA2"/>
                </a:solidFill>
              </a:defRPr>
            </a:lvl3pPr>
            <a:lvl4pPr algn="l">
              <a:defRPr sz="900" b="0">
                <a:solidFill>
                  <a:srgbClr val="B9ADA2"/>
                </a:solidFill>
              </a:defRPr>
            </a:lvl4pPr>
            <a:lvl5pPr algn="l">
              <a:defRPr sz="900" b="0">
                <a:solidFill>
                  <a:srgbClr val="B9ADA2"/>
                </a:solidFill>
              </a:defRPr>
            </a:lvl5pPr>
            <a:lvl6pPr algn="l">
              <a:defRPr sz="900" b="0">
                <a:solidFill>
                  <a:srgbClr val="B9ADA2"/>
                </a:solidFill>
              </a:defRPr>
            </a:lvl6pPr>
            <a:lvl7pPr algn="l">
              <a:defRPr sz="900" b="0">
                <a:solidFill>
                  <a:srgbClr val="B9ADA2"/>
                </a:solidFill>
              </a:defRPr>
            </a:lvl7pPr>
            <a:lvl8pPr algn="l">
              <a:defRPr sz="900" b="0">
                <a:solidFill>
                  <a:srgbClr val="B9ADA2"/>
                </a:solidFill>
              </a:defRPr>
            </a:lvl8pPr>
            <a:lvl9pPr algn="l">
              <a:defRPr sz="900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B9ADA2"/>
                </a:solidFill>
              </a:defRPr>
            </a:pPr>
            <a:r>
              <a:rPr sz="900" b="0">
                <a:solidFill>
                  <a:srgbClr val="B9ADA2"/>
                </a:solidFill>
              </a:rPr>
              <a:t>CoffeeQueue · TP DevOps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48E982-D2DB-4866-8156-8796814C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B9ADA2"/>
                </a:solidFill>
              </a:defRPr>
            </a:defPPr>
            <a:lvl1pPr algn="r">
              <a:defRPr sz="900" b="1">
                <a:solidFill>
                  <a:srgbClr val="B9ADA2"/>
                </a:solidFill>
              </a:defRPr>
            </a:lvl1pPr>
            <a:lvl2pPr algn="r">
              <a:defRPr sz="900" b="1">
                <a:solidFill>
                  <a:srgbClr val="B9ADA2"/>
                </a:solidFill>
              </a:defRPr>
            </a:lvl2pPr>
            <a:lvl3pPr algn="r">
              <a:defRPr sz="900" b="1">
                <a:solidFill>
                  <a:srgbClr val="B9ADA2"/>
                </a:solidFill>
              </a:defRPr>
            </a:lvl3pPr>
            <a:lvl4pPr algn="r">
              <a:defRPr sz="900" b="1">
                <a:solidFill>
                  <a:srgbClr val="B9ADA2"/>
                </a:solidFill>
              </a:defRPr>
            </a:lvl4pPr>
            <a:lvl5pPr algn="r">
              <a:defRPr sz="900" b="1">
                <a:solidFill>
                  <a:srgbClr val="B9ADA2"/>
                </a:solidFill>
              </a:defRPr>
            </a:lvl5pPr>
            <a:lvl6pPr algn="r">
              <a:defRPr sz="900" b="1">
                <a:solidFill>
                  <a:srgbClr val="B9ADA2"/>
                </a:solidFill>
              </a:defRPr>
            </a:lvl6pPr>
            <a:lvl7pPr algn="r">
              <a:defRPr sz="900" b="1">
                <a:solidFill>
                  <a:srgbClr val="B9ADA2"/>
                </a:solidFill>
              </a:defRPr>
            </a:lvl7pPr>
            <a:lvl8pPr algn="r">
              <a:defRPr sz="900" b="1">
                <a:solidFill>
                  <a:srgbClr val="B9ADA2"/>
                </a:solidFill>
              </a:defRPr>
            </a:lvl8pPr>
            <a:lvl9pPr algn="r">
              <a:defRPr sz="900" b="1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B9ADA2"/>
                </a:solidFill>
              </a:defRPr>
            </a:pPr>
            <a:r>
              <a:rPr sz="900" b="1">
                <a:solidFill>
                  <a:srgbClr val="B9ADA2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F5F41-040F-49C9-A61B-9CA0065F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3C6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ECF9D-1C9A-4D68-AD3C-4864158F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6682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171412"/>
                </a:solidFill>
              </a:defRPr>
            </a:defPPr>
            <a:lvl1pPr algn="ctr">
              <a:defRPr sz="975" b="1">
                <a:solidFill>
                  <a:srgbClr val="171412"/>
                </a:solidFill>
              </a:defRPr>
            </a:lvl1pPr>
            <a:lvl2pPr algn="ctr">
              <a:defRPr sz="975" b="1">
                <a:solidFill>
                  <a:srgbClr val="171412"/>
                </a:solidFill>
              </a:defRPr>
            </a:lvl2pPr>
            <a:lvl3pPr algn="ctr">
              <a:defRPr sz="975" b="1">
                <a:solidFill>
                  <a:srgbClr val="171412"/>
                </a:solidFill>
              </a:defRPr>
            </a:lvl3pPr>
            <a:lvl4pPr algn="ctr">
              <a:defRPr sz="975" b="1">
                <a:solidFill>
                  <a:srgbClr val="171412"/>
                </a:solidFill>
              </a:defRPr>
            </a:lvl4pPr>
            <a:lvl5pPr algn="ctr">
              <a:defRPr sz="975" b="1">
                <a:solidFill>
                  <a:srgbClr val="171412"/>
                </a:solidFill>
              </a:defRPr>
            </a:lvl5pPr>
            <a:lvl6pPr algn="ctr">
              <a:defRPr sz="975" b="1">
                <a:solidFill>
                  <a:srgbClr val="171412"/>
                </a:solidFill>
              </a:defRPr>
            </a:lvl6pPr>
            <a:lvl7pPr algn="ctr">
              <a:defRPr sz="975" b="1">
                <a:solidFill>
                  <a:srgbClr val="171412"/>
                </a:solidFill>
              </a:defRPr>
            </a:lvl7pPr>
            <a:lvl8pPr algn="ctr">
              <a:defRPr sz="975" b="1">
                <a:solidFill>
                  <a:srgbClr val="171412"/>
                </a:solidFill>
              </a:defRPr>
            </a:lvl8pPr>
            <a:lvl9pPr algn="ctr">
              <a:defRPr sz="975" b="1">
                <a:solidFill>
                  <a:srgbClr val="171412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71412"/>
                </a:solidFill>
              </a:defRPr>
            </a:pPr>
            <a:r>
              <a:rPr sz="975" b="1">
                <a:solidFill>
                  <a:srgbClr val="171412"/>
                </a:solidFill>
              </a:rPr>
              <a:t>VERIFICADO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B6831-DCB1-4857-ADCC-5A1B9FB4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200150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FFDFC"/>
                </a:solidFill>
              </a:defRPr>
            </a:defPPr>
            <a:lvl1pPr algn="l">
              <a:defRPr sz="1875" b="1">
                <a:solidFill>
                  <a:srgbClr val="FFFDFC"/>
                </a:solidFill>
              </a:defRPr>
            </a:lvl1pPr>
            <a:lvl2pPr algn="l">
              <a:defRPr sz="1875" b="1">
                <a:solidFill>
                  <a:srgbClr val="FFFDFC"/>
                </a:solidFill>
              </a:defRPr>
            </a:lvl2pPr>
            <a:lvl3pPr algn="l">
              <a:defRPr sz="1875" b="1">
                <a:solidFill>
                  <a:srgbClr val="FFFDFC"/>
                </a:solidFill>
              </a:defRPr>
            </a:lvl3pPr>
            <a:lvl4pPr algn="l">
              <a:defRPr sz="1875" b="1">
                <a:solidFill>
                  <a:srgbClr val="FFFDFC"/>
                </a:solidFill>
              </a:defRPr>
            </a:lvl4pPr>
            <a:lvl5pPr algn="l">
              <a:defRPr sz="1875" b="1">
                <a:solidFill>
                  <a:srgbClr val="FFFDFC"/>
                </a:solidFill>
              </a:defRPr>
            </a:lvl5pPr>
            <a:lvl6pPr algn="l">
              <a:defRPr sz="1875" b="1">
                <a:solidFill>
                  <a:srgbClr val="FFFDFC"/>
                </a:solidFill>
              </a:defRPr>
            </a:lvl6pPr>
            <a:lvl7pPr algn="l">
              <a:defRPr sz="1875" b="1">
                <a:solidFill>
                  <a:srgbClr val="FFFDFC"/>
                </a:solidFill>
              </a:defRPr>
            </a:lvl7pPr>
            <a:lvl8pPr algn="l">
              <a:defRPr sz="1875" b="1">
                <a:solidFill>
                  <a:srgbClr val="FFFDFC"/>
                </a:solidFill>
              </a:defRPr>
            </a:lvl8pPr>
            <a:lvl9pPr algn="l">
              <a:defRPr sz="187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DFC"/>
                </a:solidFill>
              </a:defRPr>
            </a:pPr>
            <a:r>
              <a:rPr sz="1875" b="1">
                <a:solidFill>
                  <a:srgbClr val="FFFDFC"/>
                </a:solidFill>
              </a:rPr>
              <a:t>1000 solicitudes reales al proxy 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942E6-8A77-4363-AB29-FA8A481F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9877425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B9AD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D149D-FA1E-42B5-85A8-36C5A6A6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8886825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C4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44EDAF-8AE7-4ADA-964C-B5B98311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71412"/>
                </a:solidFill>
              </a:defRPr>
            </a:defPPr>
            <a:lvl1pPr algn="l">
              <a:defRPr sz="2100" b="1">
                <a:solidFill>
                  <a:srgbClr val="171412"/>
                </a:solidFill>
              </a:defRPr>
            </a:lvl1pPr>
            <a:lvl2pPr algn="l">
              <a:defRPr sz="2100" b="1">
                <a:solidFill>
                  <a:srgbClr val="171412"/>
                </a:solidFill>
              </a:defRPr>
            </a:lvl2pPr>
            <a:lvl3pPr algn="l">
              <a:defRPr sz="2100" b="1">
                <a:solidFill>
                  <a:srgbClr val="171412"/>
                </a:solidFill>
              </a:defRPr>
            </a:lvl3pPr>
            <a:lvl4pPr algn="l">
              <a:defRPr sz="2100" b="1">
                <a:solidFill>
                  <a:srgbClr val="171412"/>
                </a:solidFill>
              </a:defRPr>
            </a:lvl4pPr>
            <a:lvl5pPr algn="l">
              <a:defRPr sz="2100" b="1">
                <a:solidFill>
                  <a:srgbClr val="171412"/>
                </a:solidFill>
              </a:defRPr>
            </a:lvl5pPr>
            <a:lvl6pPr algn="l">
              <a:defRPr sz="2100" b="1">
                <a:solidFill>
                  <a:srgbClr val="171412"/>
                </a:solidFill>
              </a:defRPr>
            </a:lvl6pPr>
            <a:lvl7pPr algn="l">
              <a:defRPr sz="2100" b="1">
                <a:solidFill>
                  <a:srgbClr val="171412"/>
                </a:solidFill>
              </a:defRPr>
            </a:lvl7pPr>
            <a:lvl8pPr algn="l">
              <a:defRPr sz="2100" b="1">
                <a:solidFill>
                  <a:srgbClr val="171412"/>
                </a:solidFill>
              </a:defRPr>
            </a:lvl8pPr>
            <a:lvl9pPr algn="l">
              <a:defRPr sz="2100" b="1">
                <a:solidFill>
                  <a:srgbClr val="171412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1412"/>
                </a:solidFill>
              </a:defRPr>
            </a:pPr>
            <a:r>
              <a:rPr sz="2100" b="1">
                <a:solidFill>
                  <a:srgbClr val="171412"/>
                </a:solidFill>
              </a:rPr>
              <a:t>V1  ·  900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08489-9F93-4372-BD12-A9885E01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190750"/>
            <a:ext cx="990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171412"/>
                </a:solidFill>
              </a:defRPr>
            </a:defPPr>
            <a:lvl1pPr algn="ctr">
              <a:defRPr sz="1125" b="1">
                <a:solidFill>
                  <a:srgbClr val="171412"/>
                </a:solidFill>
              </a:defRPr>
            </a:lvl1pPr>
            <a:lvl2pPr algn="ctr">
              <a:defRPr sz="1125" b="1">
                <a:solidFill>
                  <a:srgbClr val="171412"/>
                </a:solidFill>
              </a:defRPr>
            </a:lvl2pPr>
            <a:lvl3pPr algn="ctr">
              <a:defRPr sz="1125" b="1">
                <a:solidFill>
                  <a:srgbClr val="171412"/>
                </a:solidFill>
              </a:defRPr>
            </a:lvl3pPr>
            <a:lvl4pPr algn="ctr">
              <a:defRPr sz="1125" b="1">
                <a:solidFill>
                  <a:srgbClr val="171412"/>
                </a:solidFill>
              </a:defRPr>
            </a:lvl4pPr>
            <a:lvl5pPr algn="ctr">
              <a:defRPr sz="1125" b="1">
                <a:solidFill>
                  <a:srgbClr val="171412"/>
                </a:solidFill>
              </a:defRPr>
            </a:lvl5pPr>
            <a:lvl6pPr algn="ctr">
              <a:defRPr sz="1125" b="1">
                <a:solidFill>
                  <a:srgbClr val="171412"/>
                </a:solidFill>
              </a:defRPr>
            </a:lvl6pPr>
            <a:lvl7pPr algn="ctr">
              <a:defRPr sz="1125" b="1">
                <a:solidFill>
                  <a:srgbClr val="171412"/>
                </a:solidFill>
              </a:defRPr>
            </a:lvl7pPr>
            <a:lvl8pPr algn="ctr">
              <a:defRPr sz="1125" b="1">
                <a:solidFill>
                  <a:srgbClr val="171412"/>
                </a:solidFill>
              </a:defRPr>
            </a:lvl8pPr>
            <a:lvl9pPr algn="ctr">
              <a:defRPr sz="1125" b="1">
                <a:solidFill>
                  <a:srgbClr val="171412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71412"/>
                </a:solidFill>
              </a:defRPr>
            </a:pPr>
            <a:r>
              <a:rPr sz="1125" b="1">
                <a:solidFill>
                  <a:srgbClr val="171412"/>
                </a:solidFill>
              </a:rPr>
              <a:t>V2 · 100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87E1C-9CC9-41AD-ABAD-5B3825AB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050" b="1">
                <a:solidFill>
                  <a:srgbClr val="C47A45"/>
                </a:solidFill>
              </a:defRPr>
            </a:defPPr>
            <a:lvl1pPr algn="l">
              <a:defRPr sz="4050" b="1">
                <a:solidFill>
                  <a:srgbClr val="C47A45"/>
                </a:solidFill>
              </a:defRPr>
            </a:lvl1pPr>
            <a:lvl2pPr algn="l">
              <a:defRPr sz="4050" b="1">
                <a:solidFill>
                  <a:srgbClr val="C47A45"/>
                </a:solidFill>
              </a:defRPr>
            </a:lvl2pPr>
            <a:lvl3pPr algn="l">
              <a:defRPr sz="4050" b="1">
                <a:solidFill>
                  <a:srgbClr val="C47A45"/>
                </a:solidFill>
              </a:defRPr>
            </a:lvl3pPr>
            <a:lvl4pPr algn="l">
              <a:defRPr sz="4050" b="1">
                <a:solidFill>
                  <a:srgbClr val="C47A45"/>
                </a:solidFill>
              </a:defRPr>
            </a:lvl4pPr>
            <a:lvl5pPr algn="l">
              <a:defRPr sz="4050" b="1">
                <a:solidFill>
                  <a:srgbClr val="C47A45"/>
                </a:solidFill>
              </a:defRPr>
            </a:lvl5pPr>
            <a:lvl6pPr algn="l">
              <a:defRPr sz="4050" b="1">
                <a:solidFill>
                  <a:srgbClr val="C47A45"/>
                </a:solidFill>
              </a:defRPr>
            </a:lvl6pPr>
            <a:lvl7pPr algn="l">
              <a:defRPr sz="4050" b="1">
                <a:solidFill>
                  <a:srgbClr val="C47A45"/>
                </a:solidFill>
              </a:defRPr>
            </a:lvl7pPr>
            <a:lvl8pPr algn="l">
              <a:defRPr sz="4050" b="1">
                <a:solidFill>
                  <a:srgbClr val="C47A45"/>
                </a:solidFill>
              </a:defRPr>
            </a:lvl8pPr>
            <a:lvl9pPr algn="l">
              <a:defRPr sz="4050" b="1">
                <a:solidFill>
                  <a:srgbClr val="C47A45"/>
                </a:solidFill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C47A45"/>
                </a:solidFill>
              </a:defRPr>
            </a:pPr>
            <a:r>
              <a:rPr sz="4050" b="1">
                <a:solidFill>
                  <a:srgbClr val="C47A45"/>
                </a:solidFill>
              </a:rPr>
              <a:t>90,0 %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A4149-0178-44A5-9AD9-D8E825B3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B9ADA2"/>
                </a:solidFill>
              </a:defRPr>
            </a:defPPr>
            <a:lvl1pPr algn="l">
              <a:defRPr sz="1425" b="0">
                <a:solidFill>
                  <a:srgbClr val="B9ADA2"/>
                </a:solidFill>
              </a:defRPr>
            </a:lvl1pPr>
            <a:lvl2pPr algn="l">
              <a:defRPr sz="1425" b="0">
                <a:solidFill>
                  <a:srgbClr val="B9ADA2"/>
                </a:solidFill>
              </a:defRPr>
            </a:lvl2pPr>
            <a:lvl3pPr algn="l">
              <a:defRPr sz="1425" b="0">
                <a:solidFill>
                  <a:srgbClr val="B9ADA2"/>
                </a:solidFill>
              </a:defRPr>
            </a:lvl3pPr>
            <a:lvl4pPr algn="l">
              <a:defRPr sz="1425" b="0">
                <a:solidFill>
                  <a:srgbClr val="B9ADA2"/>
                </a:solidFill>
              </a:defRPr>
            </a:lvl4pPr>
            <a:lvl5pPr algn="l">
              <a:defRPr sz="1425" b="0">
                <a:solidFill>
                  <a:srgbClr val="B9ADA2"/>
                </a:solidFill>
              </a:defRPr>
            </a:lvl5pPr>
            <a:lvl6pPr algn="l">
              <a:defRPr sz="1425" b="0">
                <a:solidFill>
                  <a:srgbClr val="B9ADA2"/>
                </a:solidFill>
              </a:defRPr>
            </a:lvl6pPr>
            <a:lvl7pPr algn="l">
              <a:defRPr sz="1425" b="0">
                <a:solidFill>
                  <a:srgbClr val="B9ADA2"/>
                </a:solidFill>
              </a:defRPr>
            </a:lvl7pPr>
            <a:lvl8pPr algn="l">
              <a:defRPr sz="1425" b="0">
                <a:solidFill>
                  <a:srgbClr val="B9ADA2"/>
                </a:solidFill>
              </a:defRPr>
            </a:lvl8pPr>
            <a:lvl9pPr algn="l">
              <a:defRPr sz="14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9ADA2"/>
                </a:solidFill>
              </a:defRPr>
            </a:pPr>
            <a:r>
              <a:rPr sz="1425" b="0">
                <a:solidFill>
                  <a:srgbClr val="B9ADA2"/>
                </a:solidFill>
              </a:rPr>
              <a:t>tráfico hacia V1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B208BC-E903-433A-B254-6DACAA83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4325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050" b="1">
                <a:solidFill>
                  <a:srgbClr val="5FA8D3"/>
                </a:solidFill>
              </a:defRPr>
            </a:defPPr>
            <a:lvl1pPr algn="l">
              <a:defRPr sz="4050" b="1">
                <a:solidFill>
                  <a:srgbClr val="5FA8D3"/>
                </a:solidFill>
              </a:defRPr>
            </a:lvl1pPr>
            <a:lvl2pPr algn="l">
              <a:defRPr sz="4050" b="1">
                <a:solidFill>
                  <a:srgbClr val="5FA8D3"/>
                </a:solidFill>
              </a:defRPr>
            </a:lvl2pPr>
            <a:lvl3pPr algn="l">
              <a:defRPr sz="4050" b="1">
                <a:solidFill>
                  <a:srgbClr val="5FA8D3"/>
                </a:solidFill>
              </a:defRPr>
            </a:lvl3pPr>
            <a:lvl4pPr algn="l">
              <a:defRPr sz="4050" b="1">
                <a:solidFill>
                  <a:srgbClr val="5FA8D3"/>
                </a:solidFill>
              </a:defRPr>
            </a:lvl4pPr>
            <a:lvl5pPr algn="l">
              <a:defRPr sz="4050" b="1">
                <a:solidFill>
                  <a:srgbClr val="5FA8D3"/>
                </a:solidFill>
              </a:defRPr>
            </a:lvl5pPr>
            <a:lvl6pPr algn="l">
              <a:defRPr sz="4050" b="1">
                <a:solidFill>
                  <a:srgbClr val="5FA8D3"/>
                </a:solidFill>
              </a:defRPr>
            </a:lvl6pPr>
            <a:lvl7pPr algn="l">
              <a:defRPr sz="4050" b="1">
                <a:solidFill>
                  <a:srgbClr val="5FA8D3"/>
                </a:solidFill>
              </a:defRPr>
            </a:lvl7pPr>
            <a:lvl8pPr algn="l">
              <a:defRPr sz="4050" b="1">
                <a:solidFill>
                  <a:srgbClr val="5FA8D3"/>
                </a:solidFill>
              </a:defRPr>
            </a:lvl8pPr>
            <a:lvl9pPr algn="l">
              <a:defRPr sz="4050" b="1">
                <a:solidFill>
                  <a:srgbClr val="5FA8D3"/>
                </a:solidFill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5FA8D3"/>
                </a:solidFill>
              </a:defRPr>
            </a:pPr>
            <a:r>
              <a:rPr sz="4050" b="1">
                <a:solidFill>
                  <a:srgbClr val="5FA8D3"/>
                </a:solidFill>
              </a:rPr>
              <a:t>10,0 %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9D9799-90D9-48A3-B9DB-80238669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62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B9ADA2"/>
                </a:solidFill>
              </a:defRPr>
            </a:defPPr>
            <a:lvl1pPr algn="l">
              <a:defRPr sz="1425" b="0">
                <a:solidFill>
                  <a:srgbClr val="B9ADA2"/>
                </a:solidFill>
              </a:defRPr>
            </a:lvl1pPr>
            <a:lvl2pPr algn="l">
              <a:defRPr sz="1425" b="0">
                <a:solidFill>
                  <a:srgbClr val="B9ADA2"/>
                </a:solidFill>
              </a:defRPr>
            </a:lvl2pPr>
            <a:lvl3pPr algn="l">
              <a:defRPr sz="1425" b="0">
                <a:solidFill>
                  <a:srgbClr val="B9ADA2"/>
                </a:solidFill>
              </a:defRPr>
            </a:lvl3pPr>
            <a:lvl4pPr algn="l">
              <a:defRPr sz="1425" b="0">
                <a:solidFill>
                  <a:srgbClr val="B9ADA2"/>
                </a:solidFill>
              </a:defRPr>
            </a:lvl4pPr>
            <a:lvl5pPr algn="l">
              <a:defRPr sz="1425" b="0">
                <a:solidFill>
                  <a:srgbClr val="B9ADA2"/>
                </a:solidFill>
              </a:defRPr>
            </a:lvl5pPr>
            <a:lvl6pPr algn="l">
              <a:defRPr sz="1425" b="0">
                <a:solidFill>
                  <a:srgbClr val="B9ADA2"/>
                </a:solidFill>
              </a:defRPr>
            </a:lvl6pPr>
            <a:lvl7pPr algn="l">
              <a:defRPr sz="1425" b="0">
                <a:solidFill>
                  <a:srgbClr val="B9ADA2"/>
                </a:solidFill>
              </a:defRPr>
            </a:lvl7pPr>
            <a:lvl8pPr algn="l">
              <a:defRPr sz="1425" b="0">
                <a:solidFill>
                  <a:srgbClr val="B9ADA2"/>
                </a:solidFill>
              </a:defRPr>
            </a:lvl8pPr>
            <a:lvl9pPr algn="l">
              <a:defRPr sz="14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9ADA2"/>
                </a:solidFill>
              </a:defRPr>
            </a:pPr>
            <a:r>
              <a:rPr sz="1425" b="0">
                <a:solidFill>
                  <a:srgbClr val="B9ADA2"/>
                </a:solidFill>
              </a:rPr>
              <a:t>tráfico hacia V2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333A36-436D-405D-A75E-D6AF4F58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63C69C"/>
                </a:solidFill>
              </a:defRPr>
            </a:defPPr>
            <a:lvl1pPr algn="l">
              <a:defRPr sz="1950" b="1">
                <a:solidFill>
                  <a:srgbClr val="63C69C"/>
                </a:solidFill>
              </a:defRPr>
            </a:lvl1pPr>
            <a:lvl2pPr algn="l">
              <a:defRPr sz="1950" b="1">
                <a:solidFill>
                  <a:srgbClr val="63C69C"/>
                </a:solidFill>
              </a:defRPr>
            </a:lvl2pPr>
            <a:lvl3pPr algn="l">
              <a:defRPr sz="1950" b="1">
                <a:solidFill>
                  <a:srgbClr val="63C69C"/>
                </a:solidFill>
              </a:defRPr>
            </a:lvl3pPr>
            <a:lvl4pPr algn="l">
              <a:defRPr sz="1950" b="1">
                <a:solidFill>
                  <a:srgbClr val="63C69C"/>
                </a:solidFill>
              </a:defRPr>
            </a:lvl4pPr>
            <a:lvl5pPr algn="l">
              <a:defRPr sz="1950" b="1">
                <a:solidFill>
                  <a:srgbClr val="63C69C"/>
                </a:solidFill>
              </a:defRPr>
            </a:lvl5pPr>
            <a:lvl6pPr algn="l">
              <a:defRPr sz="1950" b="1">
                <a:solidFill>
                  <a:srgbClr val="63C69C"/>
                </a:solidFill>
              </a:defRPr>
            </a:lvl6pPr>
            <a:lvl7pPr algn="l">
              <a:defRPr sz="1950" b="1">
                <a:solidFill>
                  <a:srgbClr val="63C69C"/>
                </a:solidFill>
              </a:defRPr>
            </a:lvl7pPr>
            <a:lvl8pPr algn="l">
              <a:defRPr sz="1950" b="1">
                <a:solidFill>
                  <a:srgbClr val="63C69C"/>
                </a:solidFill>
              </a:defRPr>
            </a:lvl8pPr>
            <a:lvl9pPr algn="l">
              <a:defRPr sz="1950" b="1">
                <a:solidFill>
                  <a:srgbClr val="63C69C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63C69C"/>
                </a:solidFill>
              </a:defRPr>
            </a:pPr>
            <a:r>
              <a:rPr sz="1950" b="1">
                <a:solidFill>
                  <a:srgbClr val="63C69C"/>
                </a:solidFill>
              </a:rPr>
              <a:t>0 errores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7EB38F-E413-4706-9967-A0DC9346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004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E8D8"/>
                </a:solidFill>
              </a:defRPr>
            </a:defPPr>
            <a:lvl1pPr algn="l">
              <a:defRPr sz="1500" b="0">
                <a:solidFill>
                  <a:srgbClr val="F4E8D8"/>
                </a:solidFill>
              </a:defRPr>
            </a:lvl1pPr>
            <a:lvl2pPr algn="l">
              <a:defRPr sz="1500" b="0">
                <a:solidFill>
                  <a:srgbClr val="F4E8D8"/>
                </a:solidFill>
              </a:defRPr>
            </a:lvl2pPr>
            <a:lvl3pPr algn="l">
              <a:defRPr sz="1500" b="0">
                <a:solidFill>
                  <a:srgbClr val="F4E8D8"/>
                </a:solidFill>
              </a:defRPr>
            </a:lvl3pPr>
            <a:lvl4pPr algn="l">
              <a:defRPr sz="1500" b="0">
                <a:solidFill>
                  <a:srgbClr val="F4E8D8"/>
                </a:solidFill>
              </a:defRPr>
            </a:lvl4pPr>
            <a:lvl5pPr algn="l">
              <a:defRPr sz="1500" b="0">
                <a:solidFill>
                  <a:srgbClr val="F4E8D8"/>
                </a:solidFill>
              </a:defRPr>
            </a:lvl5pPr>
            <a:lvl6pPr algn="l">
              <a:defRPr sz="1500" b="0">
                <a:solidFill>
                  <a:srgbClr val="F4E8D8"/>
                </a:solidFill>
              </a:defRPr>
            </a:lvl6pPr>
            <a:lvl7pPr algn="l">
              <a:defRPr sz="1500" b="0">
                <a:solidFill>
                  <a:srgbClr val="F4E8D8"/>
                </a:solidFill>
              </a:defRPr>
            </a:lvl7pPr>
            <a:lvl8pPr algn="l">
              <a:defRPr sz="1500" b="0">
                <a:solidFill>
                  <a:srgbClr val="F4E8D8"/>
                </a:solidFill>
              </a:defRPr>
            </a:lvl8pPr>
            <a:lvl9pPr algn="l">
              <a:defRPr sz="1500" b="0">
                <a:solidFill>
                  <a:srgbClr val="F4E8D8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E8D8"/>
                </a:solidFill>
              </a:defRPr>
            </a:pPr>
            <a:r>
              <a:rPr sz="1500" b="0">
                <a:solidFill>
                  <a:srgbClr val="F4E8D8"/>
                </a:solidFill>
              </a:rPr>
              <a:t>0 respuestas sin versión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D46C6F-E4D9-4FE8-843B-5D9C13D6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576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E8D8"/>
                </a:solidFill>
              </a:defRPr>
            </a:defPPr>
            <a:lvl1pPr algn="l">
              <a:defRPr sz="1500" b="0">
                <a:solidFill>
                  <a:srgbClr val="F4E8D8"/>
                </a:solidFill>
              </a:defRPr>
            </a:lvl1pPr>
            <a:lvl2pPr algn="l">
              <a:defRPr sz="1500" b="0">
                <a:solidFill>
                  <a:srgbClr val="F4E8D8"/>
                </a:solidFill>
              </a:defRPr>
            </a:lvl2pPr>
            <a:lvl3pPr algn="l">
              <a:defRPr sz="1500" b="0">
                <a:solidFill>
                  <a:srgbClr val="F4E8D8"/>
                </a:solidFill>
              </a:defRPr>
            </a:lvl3pPr>
            <a:lvl4pPr algn="l">
              <a:defRPr sz="1500" b="0">
                <a:solidFill>
                  <a:srgbClr val="F4E8D8"/>
                </a:solidFill>
              </a:defRPr>
            </a:lvl4pPr>
            <a:lvl5pPr algn="l">
              <a:defRPr sz="1500" b="0">
                <a:solidFill>
                  <a:srgbClr val="F4E8D8"/>
                </a:solidFill>
              </a:defRPr>
            </a:lvl5pPr>
            <a:lvl6pPr algn="l">
              <a:defRPr sz="1500" b="0">
                <a:solidFill>
                  <a:srgbClr val="F4E8D8"/>
                </a:solidFill>
              </a:defRPr>
            </a:lvl6pPr>
            <a:lvl7pPr algn="l">
              <a:defRPr sz="1500" b="0">
                <a:solidFill>
                  <a:srgbClr val="F4E8D8"/>
                </a:solidFill>
              </a:defRPr>
            </a:lvl7pPr>
            <a:lvl8pPr algn="l">
              <a:defRPr sz="1500" b="0">
                <a:solidFill>
                  <a:srgbClr val="F4E8D8"/>
                </a:solidFill>
              </a:defRPr>
            </a:lvl8pPr>
            <a:lvl9pPr algn="l">
              <a:defRPr sz="1500" b="0">
                <a:solidFill>
                  <a:srgbClr val="F4E8D8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E8D8"/>
                </a:solidFill>
              </a:defRPr>
            </a:pPr>
            <a:r>
              <a:rPr sz="1500" b="0">
                <a:solidFill>
                  <a:srgbClr val="F4E8D8"/>
                </a:solidFill>
              </a:rPr>
              <a:t>API y Redis compartidos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D28892-247D-4B5A-8C90-8D43B0A9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162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2CCF42-3577-4D89-8D75-4CB4C1AC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3872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171412"/>
                </a:solidFill>
              </a:defRPr>
            </a:defPPr>
            <a:lvl1pPr algn="ctr">
              <a:defRPr sz="975" b="1">
                <a:solidFill>
                  <a:srgbClr val="171412"/>
                </a:solidFill>
              </a:defRPr>
            </a:lvl1pPr>
            <a:lvl2pPr algn="ctr">
              <a:defRPr sz="975" b="1">
                <a:solidFill>
                  <a:srgbClr val="171412"/>
                </a:solidFill>
              </a:defRPr>
            </a:lvl2pPr>
            <a:lvl3pPr algn="ctr">
              <a:defRPr sz="975" b="1">
                <a:solidFill>
                  <a:srgbClr val="171412"/>
                </a:solidFill>
              </a:defRPr>
            </a:lvl3pPr>
            <a:lvl4pPr algn="ctr">
              <a:defRPr sz="975" b="1">
                <a:solidFill>
                  <a:srgbClr val="171412"/>
                </a:solidFill>
              </a:defRPr>
            </a:lvl4pPr>
            <a:lvl5pPr algn="ctr">
              <a:defRPr sz="975" b="1">
                <a:solidFill>
                  <a:srgbClr val="171412"/>
                </a:solidFill>
              </a:defRPr>
            </a:lvl5pPr>
            <a:lvl6pPr algn="ctr">
              <a:defRPr sz="975" b="1">
                <a:solidFill>
                  <a:srgbClr val="171412"/>
                </a:solidFill>
              </a:defRPr>
            </a:lvl6pPr>
            <a:lvl7pPr algn="ctr">
              <a:defRPr sz="975" b="1">
                <a:solidFill>
                  <a:srgbClr val="171412"/>
                </a:solidFill>
              </a:defRPr>
            </a:lvl7pPr>
            <a:lvl8pPr algn="ctr">
              <a:defRPr sz="975" b="1">
                <a:solidFill>
                  <a:srgbClr val="171412"/>
                </a:solidFill>
              </a:defRPr>
            </a:lvl8pPr>
            <a:lvl9pPr algn="ctr">
              <a:defRPr sz="975" b="1">
                <a:solidFill>
                  <a:srgbClr val="171412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71412"/>
                </a:solidFill>
              </a:defRPr>
            </a:pPr>
            <a:r>
              <a:rPr sz="975" b="1">
                <a:solidFill>
                  <a:srgbClr val="171412"/>
                </a:solidFill>
              </a:rPr>
              <a:t>ROLLBACK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789D94-C149-4660-A703-58645D9E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720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FFDFC"/>
                </a:solidFill>
              </a:defRPr>
            </a:defPPr>
            <a:lvl1pPr algn="l">
              <a:defRPr sz="1725" b="1">
                <a:solidFill>
                  <a:srgbClr val="FFFDFC"/>
                </a:solidFill>
              </a:defRPr>
            </a:lvl1pPr>
            <a:lvl2pPr algn="l">
              <a:defRPr sz="1725" b="1">
                <a:solidFill>
                  <a:srgbClr val="FFFDFC"/>
                </a:solidFill>
              </a:defRPr>
            </a:lvl2pPr>
            <a:lvl3pPr algn="l">
              <a:defRPr sz="1725" b="1">
                <a:solidFill>
                  <a:srgbClr val="FFFDFC"/>
                </a:solidFill>
              </a:defRPr>
            </a:lvl3pPr>
            <a:lvl4pPr algn="l">
              <a:defRPr sz="1725" b="1">
                <a:solidFill>
                  <a:srgbClr val="FFFDFC"/>
                </a:solidFill>
              </a:defRPr>
            </a:lvl4pPr>
            <a:lvl5pPr algn="l">
              <a:defRPr sz="1725" b="1">
                <a:solidFill>
                  <a:srgbClr val="FFFDFC"/>
                </a:solidFill>
              </a:defRPr>
            </a:lvl5pPr>
            <a:lvl6pPr algn="l">
              <a:defRPr sz="1725" b="1">
                <a:solidFill>
                  <a:srgbClr val="FFFDFC"/>
                </a:solidFill>
              </a:defRPr>
            </a:lvl6pPr>
            <a:lvl7pPr algn="l">
              <a:defRPr sz="1725" b="1">
                <a:solidFill>
                  <a:srgbClr val="FFFDFC"/>
                </a:solidFill>
              </a:defRPr>
            </a:lvl7pPr>
            <a:lvl8pPr algn="l">
              <a:defRPr sz="1725" b="1">
                <a:solidFill>
                  <a:srgbClr val="FFFDFC"/>
                </a:solidFill>
              </a:defRPr>
            </a:lvl8pPr>
            <a:lvl9pPr algn="l">
              <a:defRPr sz="172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DFC"/>
                </a:solidFill>
              </a:defRPr>
            </a:pPr>
            <a:r>
              <a:rPr sz="1725" b="1">
                <a:solidFill>
                  <a:srgbClr val="FFFDFC"/>
                </a:solidFill>
              </a:rPr>
              <a:t>Perfil 100/0: V2 deja de recibir solicitudes nuevas.</a:t>
            </a:r>
          </a:p>
        </p:txBody>
      </p:sp>
    </p:spTree>
    <p:extLst>
      <p:ext uri="{BB962C8B-B14F-4D97-AF65-F5344CB8AC3E}">
        <p14:creationId xmlns:p14="http://schemas.microsoft.com/office/powerpoint/2010/main" val="19937722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1EB836-027D-42B7-93F9-148C544D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C47A45"/>
                </a:solidFill>
              </a:defRPr>
            </a:defPPr>
            <a:lvl1pPr algn="l">
              <a:defRPr sz="1050" b="1">
                <a:solidFill>
                  <a:srgbClr val="C47A45"/>
                </a:solidFill>
              </a:defRPr>
            </a:lvl1pPr>
            <a:lvl2pPr algn="l">
              <a:defRPr sz="1050" b="1">
                <a:solidFill>
                  <a:srgbClr val="C47A45"/>
                </a:solidFill>
              </a:defRPr>
            </a:lvl2pPr>
            <a:lvl3pPr algn="l">
              <a:defRPr sz="1050" b="1">
                <a:solidFill>
                  <a:srgbClr val="C47A45"/>
                </a:solidFill>
              </a:defRPr>
            </a:lvl3pPr>
            <a:lvl4pPr algn="l">
              <a:defRPr sz="1050" b="1">
                <a:solidFill>
                  <a:srgbClr val="C47A45"/>
                </a:solidFill>
              </a:defRPr>
            </a:lvl4pPr>
            <a:lvl5pPr algn="l">
              <a:defRPr sz="1050" b="1">
                <a:solidFill>
                  <a:srgbClr val="C47A45"/>
                </a:solidFill>
              </a:defRPr>
            </a:lvl5pPr>
            <a:lvl6pPr algn="l">
              <a:defRPr sz="1050" b="1">
                <a:solidFill>
                  <a:srgbClr val="C47A45"/>
                </a:solidFill>
              </a:defRPr>
            </a:lvl6pPr>
            <a:lvl7pPr algn="l">
              <a:defRPr sz="1050" b="1">
                <a:solidFill>
                  <a:srgbClr val="C47A45"/>
                </a:solidFill>
              </a:defRPr>
            </a:lvl7pPr>
            <a:lvl8pPr algn="l">
              <a:defRPr sz="1050" b="1">
                <a:solidFill>
                  <a:srgbClr val="C47A45"/>
                </a:solidFill>
              </a:defRPr>
            </a:lvl8pPr>
            <a:lvl9pPr algn="l">
              <a:defRPr sz="1050" b="1">
                <a:solidFill>
                  <a:srgbClr val="C47A4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C47A45"/>
                </a:solidFill>
              </a:defRPr>
            </a:pPr>
            <a:r>
              <a:rPr sz="1050" b="1">
                <a:solidFill>
                  <a:srgbClr val="C47A45"/>
                </a:solidFill>
              </a:rPr>
              <a:t>FRENTE 2 · DISEÑO A INTEGRAR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FDC6B-CA07-4795-81F2-2B157DB5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FFFDFC"/>
                </a:solidFill>
              </a:defRPr>
            </a:defPPr>
            <a:lvl1pPr algn="l">
              <a:defRPr sz="3150" b="1">
                <a:solidFill>
                  <a:srgbClr val="FFFDFC"/>
                </a:solidFill>
              </a:defRPr>
            </a:lvl1pPr>
            <a:lvl2pPr algn="l">
              <a:defRPr sz="3150" b="1">
                <a:solidFill>
                  <a:srgbClr val="FFFDFC"/>
                </a:solidFill>
              </a:defRPr>
            </a:lvl2pPr>
            <a:lvl3pPr algn="l">
              <a:defRPr sz="3150" b="1">
                <a:solidFill>
                  <a:srgbClr val="FFFDFC"/>
                </a:solidFill>
              </a:defRPr>
            </a:lvl3pPr>
            <a:lvl4pPr algn="l">
              <a:defRPr sz="3150" b="1">
                <a:solidFill>
                  <a:srgbClr val="FFFDFC"/>
                </a:solidFill>
              </a:defRPr>
            </a:lvl4pPr>
            <a:lvl5pPr algn="l">
              <a:defRPr sz="3150" b="1">
                <a:solidFill>
                  <a:srgbClr val="FFFDFC"/>
                </a:solidFill>
              </a:defRPr>
            </a:lvl5pPr>
            <a:lvl6pPr algn="l">
              <a:defRPr sz="3150" b="1">
                <a:solidFill>
                  <a:srgbClr val="FFFDFC"/>
                </a:solidFill>
              </a:defRPr>
            </a:lvl6pPr>
            <a:lvl7pPr algn="l">
              <a:defRPr sz="3150" b="1">
                <a:solidFill>
                  <a:srgbClr val="FFFDFC"/>
                </a:solidFill>
              </a:defRPr>
            </a:lvl7pPr>
            <a:lvl8pPr algn="l">
              <a:defRPr sz="3150" b="1">
                <a:solidFill>
                  <a:srgbClr val="FFFDFC"/>
                </a:solidFill>
              </a:defRPr>
            </a:lvl8pPr>
            <a:lvl9pPr algn="l">
              <a:defRPr sz="3150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FDFC"/>
                </a:solidFill>
              </a:defRPr>
            </a:pPr>
            <a:r>
              <a:rPr sz="3150" b="1">
                <a:solidFill>
                  <a:srgbClr val="FFFDFC"/>
                </a:solidFill>
              </a:rPr>
              <a:t>Feature Flags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74D73-DDD5-454E-8995-9576BF3E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A27F1-75D0-4973-908D-1E8B7C1A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B9ADA2"/>
                </a:solidFill>
              </a:defRPr>
            </a:defPPr>
            <a:lvl1pPr algn="l">
              <a:defRPr sz="900" b="0">
                <a:solidFill>
                  <a:srgbClr val="B9ADA2"/>
                </a:solidFill>
              </a:defRPr>
            </a:lvl1pPr>
            <a:lvl2pPr algn="l">
              <a:defRPr sz="900" b="0">
                <a:solidFill>
                  <a:srgbClr val="B9ADA2"/>
                </a:solidFill>
              </a:defRPr>
            </a:lvl2pPr>
            <a:lvl3pPr algn="l">
              <a:defRPr sz="900" b="0">
                <a:solidFill>
                  <a:srgbClr val="B9ADA2"/>
                </a:solidFill>
              </a:defRPr>
            </a:lvl3pPr>
            <a:lvl4pPr algn="l">
              <a:defRPr sz="900" b="0">
                <a:solidFill>
                  <a:srgbClr val="B9ADA2"/>
                </a:solidFill>
              </a:defRPr>
            </a:lvl4pPr>
            <a:lvl5pPr algn="l">
              <a:defRPr sz="900" b="0">
                <a:solidFill>
                  <a:srgbClr val="B9ADA2"/>
                </a:solidFill>
              </a:defRPr>
            </a:lvl5pPr>
            <a:lvl6pPr algn="l">
              <a:defRPr sz="900" b="0">
                <a:solidFill>
                  <a:srgbClr val="B9ADA2"/>
                </a:solidFill>
              </a:defRPr>
            </a:lvl6pPr>
            <a:lvl7pPr algn="l">
              <a:defRPr sz="900" b="0">
                <a:solidFill>
                  <a:srgbClr val="B9ADA2"/>
                </a:solidFill>
              </a:defRPr>
            </a:lvl7pPr>
            <a:lvl8pPr algn="l">
              <a:defRPr sz="900" b="0">
                <a:solidFill>
                  <a:srgbClr val="B9ADA2"/>
                </a:solidFill>
              </a:defRPr>
            </a:lvl8pPr>
            <a:lvl9pPr algn="l">
              <a:defRPr sz="900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B9ADA2"/>
                </a:solidFill>
              </a:defRPr>
            </a:pPr>
            <a:r>
              <a:rPr sz="900" b="0">
                <a:solidFill>
                  <a:srgbClr val="B9ADA2"/>
                </a:solidFill>
              </a:rPr>
              <a:t>CoffeeQueue · TP DevOps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1590F-183D-4901-9F1F-B35219D3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B9ADA2"/>
                </a:solidFill>
              </a:defRPr>
            </a:defPPr>
            <a:lvl1pPr algn="r">
              <a:defRPr sz="900" b="1">
                <a:solidFill>
                  <a:srgbClr val="B9ADA2"/>
                </a:solidFill>
              </a:defRPr>
            </a:lvl1pPr>
            <a:lvl2pPr algn="r">
              <a:defRPr sz="900" b="1">
                <a:solidFill>
                  <a:srgbClr val="B9ADA2"/>
                </a:solidFill>
              </a:defRPr>
            </a:lvl2pPr>
            <a:lvl3pPr algn="r">
              <a:defRPr sz="900" b="1">
                <a:solidFill>
                  <a:srgbClr val="B9ADA2"/>
                </a:solidFill>
              </a:defRPr>
            </a:lvl3pPr>
            <a:lvl4pPr algn="r">
              <a:defRPr sz="900" b="1">
                <a:solidFill>
                  <a:srgbClr val="B9ADA2"/>
                </a:solidFill>
              </a:defRPr>
            </a:lvl4pPr>
            <a:lvl5pPr algn="r">
              <a:defRPr sz="900" b="1">
                <a:solidFill>
                  <a:srgbClr val="B9ADA2"/>
                </a:solidFill>
              </a:defRPr>
            </a:lvl5pPr>
            <a:lvl6pPr algn="r">
              <a:defRPr sz="900" b="1">
                <a:solidFill>
                  <a:srgbClr val="B9ADA2"/>
                </a:solidFill>
              </a:defRPr>
            </a:lvl6pPr>
            <a:lvl7pPr algn="r">
              <a:defRPr sz="900" b="1">
                <a:solidFill>
                  <a:srgbClr val="B9ADA2"/>
                </a:solidFill>
              </a:defRPr>
            </a:lvl7pPr>
            <a:lvl8pPr algn="r">
              <a:defRPr sz="900" b="1">
                <a:solidFill>
                  <a:srgbClr val="B9ADA2"/>
                </a:solidFill>
              </a:defRPr>
            </a:lvl8pPr>
            <a:lvl9pPr algn="r">
              <a:defRPr sz="900" b="1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B9ADA2"/>
                </a:solidFill>
              </a:defRPr>
            </a:pPr>
            <a:r>
              <a:rPr sz="900" b="1">
                <a:solidFill>
                  <a:srgbClr val="B9ADA2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E9D4B-2FD3-4FD8-A442-8B9D0971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95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F4E8D8"/>
                </a:solidFill>
              </a:defRPr>
            </a:defPPr>
            <a:lvl1pPr algn="l">
              <a:defRPr sz="1725" b="0">
                <a:solidFill>
                  <a:srgbClr val="F4E8D8"/>
                </a:solidFill>
              </a:defRPr>
            </a:lvl1pPr>
            <a:lvl2pPr algn="l">
              <a:defRPr sz="1725" b="0">
                <a:solidFill>
                  <a:srgbClr val="F4E8D8"/>
                </a:solidFill>
              </a:defRPr>
            </a:lvl2pPr>
            <a:lvl3pPr algn="l">
              <a:defRPr sz="1725" b="0">
                <a:solidFill>
                  <a:srgbClr val="F4E8D8"/>
                </a:solidFill>
              </a:defRPr>
            </a:lvl3pPr>
            <a:lvl4pPr algn="l">
              <a:defRPr sz="1725" b="0">
                <a:solidFill>
                  <a:srgbClr val="F4E8D8"/>
                </a:solidFill>
              </a:defRPr>
            </a:lvl4pPr>
            <a:lvl5pPr algn="l">
              <a:defRPr sz="1725" b="0">
                <a:solidFill>
                  <a:srgbClr val="F4E8D8"/>
                </a:solidFill>
              </a:defRPr>
            </a:lvl5pPr>
            <a:lvl6pPr algn="l">
              <a:defRPr sz="1725" b="0">
                <a:solidFill>
                  <a:srgbClr val="F4E8D8"/>
                </a:solidFill>
              </a:defRPr>
            </a:lvl6pPr>
            <a:lvl7pPr algn="l">
              <a:defRPr sz="1725" b="0">
                <a:solidFill>
                  <a:srgbClr val="F4E8D8"/>
                </a:solidFill>
              </a:defRPr>
            </a:lvl7pPr>
            <a:lvl8pPr algn="l">
              <a:defRPr sz="1725" b="0">
                <a:solidFill>
                  <a:srgbClr val="F4E8D8"/>
                </a:solidFill>
              </a:defRPr>
            </a:lvl8pPr>
            <a:lvl9pPr algn="l">
              <a:defRPr sz="1725" b="0">
                <a:solidFill>
                  <a:srgbClr val="F4E8D8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E8D8"/>
                </a:solidFill>
              </a:defRPr>
            </a:pPr>
            <a:r>
              <a:rPr sz="1725" b="0">
                <a:solidFill>
                  <a:srgbClr val="F4E8D8"/>
                </a:solidFill>
              </a:rPr>
              <a:t>Una bandera controla una funcionalidad en tiempo de ejecución. El despliegue del código queda separado de su activación.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9C46B-80F6-4D2B-8A54-119684E7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6764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FA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EE69F-B12E-4CEB-A287-550524EE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171412"/>
                </a:solidFill>
              </a:defRPr>
            </a:defPPr>
            <a:lvl1pPr algn="ctr">
              <a:defRPr sz="975" b="1">
                <a:solidFill>
                  <a:srgbClr val="171412"/>
                </a:solidFill>
              </a:defRPr>
            </a:lvl1pPr>
            <a:lvl2pPr algn="ctr">
              <a:defRPr sz="975" b="1">
                <a:solidFill>
                  <a:srgbClr val="171412"/>
                </a:solidFill>
              </a:defRPr>
            </a:lvl2pPr>
            <a:lvl3pPr algn="ctr">
              <a:defRPr sz="975" b="1">
                <a:solidFill>
                  <a:srgbClr val="171412"/>
                </a:solidFill>
              </a:defRPr>
            </a:lvl3pPr>
            <a:lvl4pPr algn="ctr">
              <a:defRPr sz="975" b="1">
                <a:solidFill>
                  <a:srgbClr val="171412"/>
                </a:solidFill>
              </a:defRPr>
            </a:lvl4pPr>
            <a:lvl5pPr algn="ctr">
              <a:defRPr sz="975" b="1">
                <a:solidFill>
                  <a:srgbClr val="171412"/>
                </a:solidFill>
              </a:defRPr>
            </a:lvl5pPr>
            <a:lvl6pPr algn="ctr">
              <a:defRPr sz="975" b="1">
                <a:solidFill>
                  <a:srgbClr val="171412"/>
                </a:solidFill>
              </a:defRPr>
            </a:lvl6pPr>
            <a:lvl7pPr algn="ctr">
              <a:defRPr sz="975" b="1">
                <a:solidFill>
                  <a:srgbClr val="171412"/>
                </a:solidFill>
              </a:defRPr>
            </a:lvl7pPr>
            <a:lvl8pPr algn="ctr">
              <a:defRPr sz="975" b="1">
                <a:solidFill>
                  <a:srgbClr val="171412"/>
                </a:solidFill>
              </a:defRPr>
            </a:lvl8pPr>
            <a:lvl9pPr algn="ctr">
              <a:defRPr sz="975" b="1">
                <a:solidFill>
                  <a:srgbClr val="171412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71412"/>
                </a:solidFill>
              </a:defRPr>
            </a:pPr>
            <a:r>
              <a:rPr sz="975" b="1">
                <a:solidFill>
                  <a:srgbClr val="171412"/>
                </a:solidFill>
              </a:rPr>
              <a:t>OBJETIVO DEL 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48A86-8D68-42FD-ADBC-1973E691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FFDFC"/>
                </a:solidFill>
              </a:defRPr>
            </a:defPPr>
            <a:lvl1pPr algn="l">
              <a:defRPr sz="1575" b="0">
                <a:solidFill>
                  <a:srgbClr val="FFFDFC"/>
                </a:solidFill>
              </a:defRPr>
            </a:lvl1pPr>
            <a:lvl2pPr algn="l">
              <a:defRPr sz="1575" b="0">
                <a:solidFill>
                  <a:srgbClr val="FFFDFC"/>
                </a:solidFill>
              </a:defRPr>
            </a:lvl2pPr>
            <a:lvl3pPr algn="l">
              <a:defRPr sz="1575" b="0">
                <a:solidFill>
                  <a:srgbClr val="FFFDFC"/>
                </a:solidFill>
              </a:defRPr>
            </a:lvl3pPr>
            <a:lvl4pPr algn="l">
              <a:defRPr sz="1575" b="0">
                <a:solidFill>
                  <a:srgbClr val="FFFDFC"/>
                </a:solidFill>
              </a:defRPr>
            </a:lvl4pPr>
            <a:lvl5pPr algn="l">
              <a:defRPr sz="1575" b="0">
                <a:solidFill>
                  <a:srgbClr val="FFFDFC"/>
                </a:solidFill>
              </a:defRPr>
            </a:lvl5pPr>
            <a:lvl6pPr algn="l">
              <a:defRPr sz="1575" b="0">
                <a:solidFill>
                  <a:srgbClr val="FFFDFC"/>
                </a:solidFill>
              </a:defRPr>
            </a:lvl6pPr>
            <a:lvl7pPr algn="l">
              <a:defRPr sz="1575" b="0">
                <a:solidFill>
                  <a:srgbClr val="FFFDFC"/>
                </a:solidFill>
              </a:defRPr>
            </a:lvl7pPr>
            <a:lvl8pPr algn="l">
              <a:defRPr sz="1575" b="0">
                <a:solidFill>
                  <a:srgbClr val="FFFDFC"/>
                </a:solidFill>
              </a:defRPr>
            </a:lvl8pPr>
            <a:lvl9pPr algn="l">
              <a:defRPr sz="1575" b="0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DFC"/>
                </a:solidFill>
              </a:defRPr>
            </a:pPr>
            <a:r>
              <a:rPr sz="1575" b="0">
                <a:solidFill>
                  <a:srgbClr val="FFFDFC"/>
                </a:solidFill>
              </a:rPr>
              <a:t>Activar una función sin reconstruir la imagen</a:t>
            </a:r>
          </a:p>
          <a:p xmlns:a="http://schemas.openxmlformats.org/drawingml/2006/main">
            <a:pPr algn="l">
              <a:defRPr sz="1575" b="0">
                <a:solidFill>
                  <a:srgbClr val="FFFDFC"/>
                </a:solidFill>
              </a:defRPr>
            </a:pPr>
            <a:r>
              <a:rPr sz="1575" b="0">
                <a:solidFill>
                  <a:srgbClr val="FFFDFC"/>
                </a:solidFill>
              </a:rPr>
              <a:t>Deshabilitarla rápidamente ante errores</a:t>
            </a:r>
          </a:p>
          <a:p xmlns:a="http://schemas.openxmlformats.org/drawingml/2006/main">
            <a:pPr algn="l">
              <a:defRPr sz="1575" b="0">
                <a:solidFill>
                  <a:srgbClr val="FFFDFC"/>
                </a:solidFill>
              </a:defRPr>
            </a:pPr>
            <a:r>
              <a:rPr sz="1575" b="0">
                <a:solidFill>
                  <a:srgbClr val="FFFDFC"/>
                </a:solidFill>
              </a:rPr>
              <a:t>Definir un valor por entorno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691DA-0309-4983-BA70-85AF36B3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90650"/>
            <a:ext cx="4953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4A3E3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FFC4F8-113E-4A30-85FA-80EC46FD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621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5FA8D3"/>
                </a:solidFill>
              </a:defRPr>
            </a:defPPr>
            <a:lvl1pPr algn="l">
              <a:defRPr sz="1200" b="1">
                <a:solidFill>
                  <a:srgbClr val="5FA8D3"/>
                </a:solidFill>
              </a:defRPr>
            </a:lvl1pPr>
            <a:lvl2pPr algn="l">
              <a:defRPr sz="1200" b="1">
                <a:solidFill>
                  <a:srgbClr val="5FA8D3"/>
                </a:solidFill>
              </a:defRPr>
            </a:lvl2pPr>
            <a:lvl3pPr algn="l">
              <a:defRPr sz="1200" b="1">
                <a:solidFill>
                  <a:srgbClr val="5FA8D3"/>
                </a:solidFill>
              </a:defRPr>
            </a:lvl3pPr>
            <a:lvl4pPr algn="l">
              <a:defRPr sz="1200" b="1">
                <a:solidFill>
                  <a:srgbClr val="5FA8D3"/>
                </a:solidFill>
              </a:defRPr>
            </a:lvl4pPr>
            <a:lvl5pPr algn="l">
              <a:defRPr sz="1200" b="1">
                <a:solidFill>
                  <a:srgbClr val="5FA8D3"/>
                </a:solidFill>
              </a:defRPr>
            </a:lvl5pPr>
            <a:lvl6pPr algn="l">
              <a:defRPr sz="1200" b="1">
                <a:solidFill>
                  <a:srgbClr val="5FA8D3"/>
                </a:solidFill>
              </a:defRPr>
            </a:lvl6pPr>
            <a:lvl7pPr algn="l">
              <a:defRPr sz="1200" b="1">
                <a:solidFill>
                  <a:srgbClr val="5FA8D3"/>
                </a:solidFill>
              </a:defRPr>
            </a:lvl7pPr>
            <a:lvl8pPr algn="l">
              <a:defRPr sz="1200" b="1">
                <a:solidFill>
                  <a:srgbClr val="5FA8D3"/>
                </a:solidFill>
              </a:defRPr>
            </a:lvl8pPr>
            <a:lvl9pPr algn="l">
              <a:defRPr sz="1200" b="1">
                <a:solidFill>
                  <a:srgbClr val="5FA8D3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5FA8D3"/>
                </a:solidFill>
              </a:defRPr>
            </a:pPr>
            <a:r>
              <a:rPr sz="1200" b="1">
                <a:solidFill>
                  <a:srgbClr val="5FA8D3"/>
                </a:solidFill>
              </a:rPr>
              <a:t>Ejemplo conceptual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D61490-B881-4D44-A9E6-4CB68E5A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431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FFFDFC"/>
                </a:solidFill>
              </a:defRPr>
            </a:defPPr>
            <a:lvl1pPr algn="l">
              <a:defRPr sz="1950" b="1">
                <a:solidFill>
                  <a:srgbClr val="FFFDFC"/>
                </a:solidFill>
              </a:defRPr>
            </a:lvl1pPr>
            <a:lvl2pPr algn="l">
              <a:defRPr sz="1950" b="1">
                <a:solidFill>
                  <a:srgbClr val="FFFDFC"/>
                </a:solidFill>
              </a:defRPr>
            </a:lvl2pPr>
            <a:lvl3pPr algn="l">
              <a:defRPr sz="1950" b="1">
                <a:solidFill>
                  <a:srgbClr val="FFFDFC"/>
                </a:solidFill>
              </a:defRPr>
            </a:lvl3pPr>
            <a:lvl4pPr algn="l">
              <a:defRPr sz="1950" b="1">
                <a:solidFill>
                  <a:srgbClr val="FFFDFC"/>
                </a:solidFill>
              </a:defRPr>
            </a:lvl4pPr>
            <a:lvl5pPr algn="l">
              <a:defRPr sz="1950" b="1">
                <a:solidFill>
                  <a:srgbClr val="FFFDFC"/>
                </a:solidFill>
              </a:defRPr>
            </a:lvl5pPr>
            <a:lvl6pPr algn="l">
              <a:defRPr sz="1950" b="1">
                <a:solidFill>
                  <a:srgbClr val="FFFDFC"/>
                </a:solidFill>
              </a:defRPr>
            </a:lvl6pPr>
            <a:lvl7pPr algn="l">
              <a:defRPr sz="1950" b="1">
                <a:solidFill>
                  <a:srgbClr val="FFFDFC"/>
                </a:solidFill>
              </a:defRPr>
            </a:lvl7pPr>
            <a:lvl8pPr algn="l">
              <a:defRPr sz="1950" b="1">
                <a:solidFill>
                  <a:srgbClr val="FFFDFC"/>
                </a:solidFill>
              </a:defRPr>
            </a:lvl8pPr>
            <a:lvl9pPr algn="l">
              <a:defRPr sz="1950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FFDFC"/>
                </a:solidFill>
              </a:defRPr>
            </a:pPr>
            <a:r>
              <a:rPr sz="1950" b="1">
                <a:solidFill>
                  <a:srgbClr val="FFFDFC"/>
                </a:solidFill>
              </a:rPr>
              <a:t>FEATURE_NEW_UI=false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661881-EB2F-4D7C-9C20-1969FA95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861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B9ADA2"/>
                </a:solidFill>
              </a:defRPr>
            </a:defPPr>
            <a:lvl1pPr algn="l">
              <a:defRPr sz="1500" b="1">
                <a:solidFill>
                  <a:srgbClr val="B9ADA2"/>
                </a:solidFill>
              </a:defRPr>
            </a:lvl1pPr>
            <a:lvl2pPr algn="l">
              <a:defRPr sz="1500" b="1">
                <a:solidFill>
                  <a:srgbClr val="B9ADA2"/>
                </a:solidFill>
              </a:defRPr>
            </a:lvl2pPr>
            <a:lvl3pPr algn="l">
              <a:defRPr sz="1500" b="1">
                <a:solidFill>
                  <a:srgbClr val="B9ADA2"/>
                </a:solidFill>
              </a:defRPr>
            </a:lvl3pPr>
            <a:lvl4pPr algn="l">
              <a:defRPr sz="1500" b="1">
                <a:solidFill>
                  <a:srgbClr val="B9ADA2"/>
                </a:solidFill>
              </a:defRPr>
            </a:lvl4pPr>
            <a:lvl5pPr algn="l">
              <a:defRPr sz="1500" b="1">
                <a:solidFill>
                  <a:srgbClr val="B9ADA2"/>
                </a:solidFill>
              </a:defRPr>
            </a:lvl5pPr>
            <a:lvl6pPr algn="l">
              <a:defRPr sz="1500" b="1">
                <a:solidFill>
                  <a:srgbClr val="B9ADA2"/>
                </a:solidFill>
              </a:defRPr>
            </a:lvl6pPr>
            <a:lvl7pPr algn="l">
              <a:defRPr sz="1500" b="1">
                <a:solidFill>
                  <a:srgbClr val="B9ADA2"/>
                </a:solidFill>
              </a:defRPr>
            </a:lvl7pPr>
            <a:lvl8pPr algn="l">
              <a:defRPr sz="1500" b="1">
                <a:solidFill>
                  <a:srgbClr val="B9ADA2"/>
                </a:solidFill>
              </a:defRPr>
            </a:lvl8pPr>
            <a:lvl9pPr algn="l">
              <a:defRPr sz="1500" b="1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B9ADA2"/>
                </a:solidFill>
              </a:defRPr>
            </a:pPr>
            <a:r>
              <a:rPr sz="1500" b="1">
                <a:solidFill>
                  <a:srgbClr val="B9ADA2"/>
                </a:solidFill>
              </a:rPr>
              <a:t>Bandera apagada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E7430-AC2D-4618-96FD-52AE6014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861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5FA8D3"/>
                </a:solidFill>
              </a:defRPr>
            </a:defPPr>
            <a:lvl1pPr algn="l">
              <a:defRPr sz="1500" b="1">
                <a:solidFill>
                  <a:srgbClr val="5FA8D3"/>
                </a:solidFill>
              </a:defRPr>
            </a:lvl1pPr>
            <a:lvl2pPr algn="l">
              <a:defRPr sz="1500" b="1">
                <a:solidFill>
                  <a:srgbClr val="5FA8D3"/>
                </a:solidFill>
              </a:defRPr>
            </a:lvl2pPr>
            <a:lvl3pPr algn="l">
              <a:defRPr sz="1500" b="1">
                <a:solidFill>
                  <a:srgbClr val="5FA8D3"/>
                </a:solidFill>
              </a:defRPr>
            </a:lvl3pPr>
            <a:lvl4pPr algn="l">
              <a:defRPr sz="1500" b="1">
                <a:solidFill>
                  <a:srgbClr val="5FA8D3"/>
                </a:solidFill>
              </a:defRPr>
            </a:lvl4pPr>
            <a:lvl5pPr algn="l">
              <a:defRPr sz="1500" b="1">
                <a:solidFill>
                  <a:srgbClr val="5FA8D3"/>
                </a:solidFill>
              </a:defRPr>
            </a:lvl5pPr>
            <a:lvl6pPr algn="l">
              <a:defRPr sz="1500" b="1">
                <a:solidFill>
                  <a:srgbClr val="5FA8D3"/>
                </a:solidFill>
              </a:defRPr>
            </a:lvl6pPr>
            <a:lvl7pPr algn="l">
              <a:defRPr sz="1500" b="1">
                <a:solidFill>
                  <a:srgbClr val="5FA8D3"/>
                </a:solidFill>
              </a:defRPr>
            </a:lvl7pPr>
            <a:lvl8pPr algn="l">
              <a:defRPr sz="1500" b="1">
                <a:solidFill>
                  <a:srgbClr val="5FA8D3"/>
                </a:solidFill>
              </a:defRPr>
            </a:lvl8pPr>
            <a:lvl9pPr algn="l">
              <a:defRPr sz="1500" b="1">
                <a:solidFill>
                  <a:srgbClr val="5FA8D3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FA8D3"/>
                </a:solidFill>
              </a:defRPr>
            </a:pPr>
            <a:r>
              <a:rPr sz="1500" b="1">
                <a:solidFill>
                  <a:srgbClr val="5FA8D3"/>
                </a:solidFill>
              </a:rPr>
              <a:t>Bandera encendida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2D31F7-BB1E-4C68-B35C-4FDF4C88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81400"/>
            <a:ext cx="2095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4A3E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BF226D-D2BD-434A-98C7-8D95749D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81400"/>
            <a:ext cx="66675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AD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DAC853-3450-45C2-951E-D3CC636E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957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DFC"/>
                </a:solidFill>
              </a:defRPr>
            </a:defPPr>
            <a:lvl1pPr algn="l">
              <a:defRPr sz="1575" b="1">
                <a:solidFill>
                  <a:srgbClr val="FFFDFC"/>
                </a:solidFill>
              </a:defRPr>
            </a:lvl1pPr>
            <a:lvl2pPr algn="l">
              <a:defRPr sz="1575" b="1">
                <a:solidFill>
                  <a:srgbClr val="FFFDFC"/>
                </a:solidFill>
              </a:defRPr>
            </a:lvl2pPr>
            <a:lvl3pPr algn="l">
              <a:defRPr sz="1575" b="1">
                <a:solidFill>
                  <a:srgbClr val="FFFDFC"/>
                </a:solidFill>
              </a:defRPr>
            </a:lvl3pPr>
            <a:lvl4pPr algn="l">
              <a:defRPr sz="1575" b="1">
                <a:solidFill>
                  <a:srgbClr val="FFFDFC"/>
                </a:solidFill>
              </a:defRPr>
            </a:lvl4pPr>
            <a:lvl5pPr algn="l">
              <a:defRPr sz="1575" b="1">
                <a:solidFill>
                  <a:srgbClr val="FFFDFC"/>
                </a:solidFill>
              </a:defRPr>
            </a:lvl5pPr>
            <a:lvl6pPr algn="l">
              <a:defRPr sz="1575" b="1">
                <a:solidFill>
                  <a:srgbClr val="FFFDFC"/>
                </a:solidFill>
              </a:defRPr>
            </a:lvl6pPr>
            <a:lvl7pPr algn="l">
              <a:defRPr sz="1575" b="1">
                <a:solidFill>
                  <a:srgbClr val="FFFDFC"/>
                </a:solidFill>
              </a:defRPr>
            </a:lvl7pPr>
            <a:lvl8pPr algn="l">
              <a:defRPr sz="1575" b="1">
                <a:solidFill>
                  <a:srgbClr val="FFFDFC"/>
                </a:solidFill>
              </a:defRPr>
            </a:lvl8pPr>
            <a:lvl9pPr algn="l">
              <a:defRPr sz="157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DFC"/>
                </a:solidFill>
              </a:defRPr>
            </a:pPr>
            <a:r>
              <a:rPr sz="1575" b="1">
                <a:solidFill>
                  <a:srgbClr val="FFFDFC"/>
                </a:solidFill>
              </a:rPr>
              <a:t>Flujo actual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0146C1-7E6C-4C5F-87E5-4811D86A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90975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ADA2"/>
                </a:solidFill>
              </a:defRPr>
            </a:defPPr>
            <a:lvl1pPr algn="l">
              <a:defRPr sz="1125" b="0">
                <a:solidFill>
                  <a:srgbClr val="B9ADA2"/>
                </a:solidFill>
              </a:defRPr>
            </a:lvl1pPr>
            <a:lvl2pPr algn="l">
              <a:defRPr sz="1125" b="0">
                <a:solidFill>
                  <a:srgbClr val="B9ADA2"/>
                </a:solidFill>
              </a:defRPr>
            </a:lvl2pPr>
            <a:lvl3pPr algn="l">
              <a:defRPr sz="1125" b="0">
                <a:solidFill>
                  <a:srgbClr val="B9ADA2"/>
                </a:solidFill>
              </a:defRPr>
            </a:lvl3pPr>
            <a:lvl4pPr algn="l">
              <a:defRPr sz="1125" b="0">
                <a:solidFill>
                  <a:srgbClr val="B9ADA2"/>
                </a:solidFill>
              </a:defRPr>
            </a:lvl4pPr>
            <a:lvl5pPr algn="l">
              <a:defRPr sz="1125" b="0">
                <a:solidFill>
                  <a:srgbClr val="B9ADA2"/>
                </a:solidFill>
              </a:defRPr>
            </a:lvl5pPr>
            <a:lvl6pPr algn="l">
              <a:defRPr sz="1125" b="0">
                <a:solidFill>
                  <a:srgbClr val="B9ADA2"/>
                </a:solidFill>
              </a:defRPr>
            </a:lvl6pPr>
            <a:lvl7pPr algn="l">
              <a:defRPr sz="1125" b="0">
                <a:solidFill>
                  <a:srgbClr val="B9ADA2"/>
                </a:solidFill>
              </a:defRPr>
            </a:lvl7pPr>
            <a:lvl8pPr algn="l">
              <a:defRPr sz="1125" b="0">
                <a:solidFill>
                  <a:srgbClr val="B9ADA2"/>
                </a:solidFill>
              </a:defRPr>
            </a:lvl8pPr>
            <a:lvl9pPr algn="l">
              <a:defRPr sz="11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ADA2"/>
                </a:solidFill>
              </a:defRPr>
            </a:pPr>
            <a:r>
              <a:rPr sz="1125" b="0">
                <a:solidFill>
                  <a:srgbClr val="B9ADA2"/>
                </a:solidFill>
              </a:rPr>
              <a:t>Comportamiento estable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4FA985-C0E5-4C76-B689-9D4E6248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81400"/>
            <a:ext cx="2095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4A3E3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61DAC-C45D-4436-95C5-8B50DAA4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81400"/>
            <a:ext cx="66675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FA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85A2DC-7483-40BD-8FB5-DA28E567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957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DFC"/>
                </a:solidFill>
              </a:defRPr>
            </a:defPPr>
            <a:lvl1pPr algn="l">
              <a:defRPr sz="1575" b="1">
                <a:solidFill>
                  <a:srgbClr val="FFFDFC"/>
                </a:solidFill>
              </a:defRPr>
            </a:lvl1pPr>
            <a:lvl2pPr algn="l">
              <a:defRPr sz="1575" b="1">
                <a:solidFill>
                  <a:srgbClr val="FFFDFC"/>
                </a:solidFill>
              </a:defRPr>
            </a:lvl2pPr>
            <a:lvl3pPr algn="l">
              <a:defRPr sz="1575" b="1">
                <a:solidFill>
                  <a:srgbClr val="FFFDFC"/>
                </a:solidFill>
              </a:defRPr>
            </a:lvl3pPr>
            <a:lvl4pPr algn="l">
              <a:defRPr sz="1575" b="1">
                <a:solidFill>
                  <a:srgbClr val="FFFDFC"/>
                </a:solidFill>
              </a:defRPr>
            </a:lvl4pPr>
            <a:lvl5pPr algn="l">
              <a:defRPr sz="1575" b="1">
                <a:solidFill>
                  <a:srgbClr val="FFFDFC"/>
                </a:solidFill>
              </a:defRPr>
            </a:lvl5pPr>
            <a:lvl6pPr algn="l">
              <a:defRPr sz="1575" b="1">
                <a:solidFill>
                  <a:srgbClr val="FFFDFC"/>
                </a:solidFill>
              </a:defRPr>
            </a:lvl6pPr>
            <a:lvl7pPr algn="l">
              <a:defRPr sz="1575" b="1">
                <a:solidFill>
                  <a:srgbClr val="FFFDFC"/>
                </a:solidFill>
              </a:defRPr>
            </a:lvl7pPr>
            <a:lvl8pPr algn="l">
              <a:defRPr sz="1575" b="1">
                <a:solidFill>
                  <a:srgbClr val="FFFDFC"/>
                </a:solidFill>
              </a:defRPr>
            </a:lvl8pPr>
            <a:lvl9pPr algn="l">
              <a:defRPr sz="157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DFC"/>
                </a:solidFill>
              </a:defRPr>
            </a:pPr>
            <a:r>
              <a:rPr sz="1575" b="1">
                <a:solidFill>
                  <a:srgbClr val="FFFDFC"/>
                </a:solidFill>
              </a:rPr>
              <a:t>Función nueva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255CBA-779C-4346-BFC2-56722C91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90975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ADA2"/>
                </a:solidFill>
              </a:defRPr>
            </a:defPPr>
            <a:lvl1pPr algn="l">
              <a:defRPr sz="1125" b="0">
                <a:solidFill>
                  <a:srgbClr val="B9ADA2"/>
                </a:solidFill>
              </a:defRPr>
            </a:lvl1pPr>
            <a:lvl2pPr algn="l">
              <a:defRPr sz="1125" b="0">
                <a:solidFill>
                  <a:srgbClr val="B9ADA2"/>
                </a:solidFill>
              </a:defRPr>
            </a:lvl2pPr>
            <a:lvl3pPr algn="l">
              <a:defRPr sz="1125" b="0">
                <a:solidFill>
                  <a:srgbClr val="B9ADA2"/>
                </a:solidFill>
              </a:defRPr>
            </a:lvl3pPr>
            <a:lvl4pPr algn="l">
              <a:defRPr sz="1125" b="0">
                <a:solidFill>
                  <a:srgbClr val="B9ADA2"/>
                </a:solidFill>
              </a:defRPr>
            </a:lvl4pPr>
            <a:lvl5pPr algn="l">
              <a:defRPr sz="1125" b="0">
                <a:solidFill>
                  <a:srgbClr val="B9ADA2"/>
                </a:solidFill>
              </a:defRPr>
            </a:lvl5pPr>
            <a:lvl6pPr algn="l">
              <a:defRPr sz="1125" b="0">
                <a:solidFill>
                  <a:srgbClr val="B9ADA2"/>
                </a:solidFill>
              </a:defRPr>
            </a:lvl6pPr>
            <a:lvl7pPr algn="l">
              <a:defRPr sz="1125" b="0">
                <a:solidFill>
                  <a:srgbClr val="B9ADA2"/>
                </a:solidFill>
              </a:defRPr>
            </a:lvl7pPr>
            <a:lvl8pPr algn="l">
              <a:defRPr sz="1125" b="0">
                <a:solidFill>
                  <a:srgbClr val="B9ADA2"/>
                </a:solidFill>
              </a:defRPr>
            </a:lvl8pPr>
            <a:lvl9pPr algn="l">
              <a:defRPr sz="11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ADA2"/>
                </a:solidFill>
              </a:defRPr>
            </a:pPr>
            <a:r>
              <a:rPr sz="1125" b="0">
                <a:solidFill>
                  <a:srgbClr val="B9ADA2"/>
                </a:solidFill>
              </a:rPr>
              <a:t>Acceso controlado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95771D-56AC-4E86-B770-6E539858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814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BEF7DD-1E57-4841-A68C-17742307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14900"/>
            <a:ext cx="13525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3B4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21AF00-7CFC-48B5-A8BA-8A331E5D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2442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171412"/>
                </a:solidFill>
              </a:defRPr>
            </a:defPPr>
            <a:lvl1pPr algn="ctr">
              <a:defRPr sz="975" b="1">
                <a:solidFill>
                  <a:srgbClr val="171412"/>
                </a:solidFill>
              </a:defRPr>
            </a:lvl1pPr>
            <a:lvl2pPr algn="ctr">
              <a:defRPr sz="975" b="1">
                <a:solidFill>
                  <a:srgbClr val="171412"/>
                </a:solidFill>
              </a:defRPr>
            </a:lvl2pPr>
            <a:lvl3pPr algn="ctr">
              <a:defRPr sz="975" b="1">
                <a:solidFill>
                  <a:srgbClr val="171412"/>
                </a:solidFill>
              </a:defRPr>
            </a:lvl3pPr>
            <a:lvl4pPr algn="ctr">
              <a:defRPr sz="975" b="1">
                <a:solidFill>
                  <a:srgbClr val="171412"/>
                </a:solidFill>
              </a:defRPr>
            </a:lvl4pPr>
            <a:lvl5pPr algn="ctr">
              <a:defRPr sz="975" b="1">
                <a:solidFill>
                  <a:srgbClr val="171412"/>
                </a:solidFill>
              </a:defRPr>
            </a:lvl5pPr>
            <a:lvl6pPr algn="ctr">
              <a:defRPr sz="975" b="1">
                <a:solidFill>
                  <a:srgbClr val="171412"/>
                </a:solidFill>
              </a:defRPr>
            </a:lvl6pPr>
            <a:lvl7pPr algn="ctr">
              <a:defRPr sz="975" b="1">
                <a:solidFill>
                  <a:srgbClr val="171412"/>
                </a:solidFill>
              </a:defRPr>
            </a:lvl7pPr>
            <a:lvl8pPr algn="ctr">
              <a:defRPr sz="975" b="1">
                <a:solidFill>
                  <a:srgbClr val="171412"/>
                </a:solidFill>
              </a:defRPr>
            </a:lvl8pPr>
            <a:lvl9pPr algn="ctr">
              <a:defRPr sz="975" b="1">
                <a:solidFill>
                  <a:srgbClr val="171412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71412"/>
                </a:solidFill>
              </a:defRPr>
            </a:pPr>
            <a:r>
              <a:rPr sz="975" b="1">
                <a:solidFill>
                  <a:srgbClr val="171412"/>
                </a:solidFill>
              </a:rPr>
              <a:t>PENDIENTE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60F871-D840-4E4D-B3D5-88CC9099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31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F4E8D8"/>
                </a:solidFill>
              </a:defRPr>
            </a:defPPr>
            <a:lvl1pPr algn="l">
              <a:defRPr sz="1350" b="0">
                <a:solidFill>
                  <a:srgbClr val="F4E8D8"/>
                </a:solidFill>
              </a:defRPr>
            </a:lvl1pPr>
            <a:lvl2pPr algn="l">
              <a:defRPr sz="1350" b="0">
                <a:solidFill>
                  <a:srgbClr val="F4E8D8"/>
                </a:solidFill>
              </a:defRPr>
            </a:lvl2pPr>
            <a:lvl3pPr algn="l">
              <a:defRPr sz="1350" b="0">
                <a:solidFill>
                  <a:srgbClr val="F4E8D8"/>
                </a:solidFill>
              </a:defRPr>
            </a:lvl3pPr>
            <a:lvl4pPr algn="l">
              <a:defRPr sz="1350" b="0">
                <a:solidFill>
                  <a:srgbClr val="F4E8D8"/>
                </a:solidFill>
              </a:defRPr>
            </a:lvl4pPr>
            <a:lvl5pPr algn="l">
              <a:defRPr sz="1350" b="0">
                <a:solidFill>
                  <a:srgbClr val="F4E8D8"/>
                </a:solidFill>
              </a:defRPr>
            </a:lvl5pPr>
            <a:lvl6pPr algn="l">
              <a:defRPr sz="1350" b="0">
                <a:solidFill>
                  <a:srgbClr val="F4E8D8"/>
                </a:solidFill>
              </a:defRPr>
            </a:lvl6pPr>
            <a:lvl7pPr algn="l">
              <a:defRPr sz="1350" b="0">
                <a:solidFill>
                  <a:srgbClr val="F4E8D8"/>
                </a:solidFill>
              </a:defRPr>
            </a:lvl7pPr>
            <a:lvl8pPr algn="l">
              <a:defRPr sz="1350" b="0">
                <a:solidFill>
                  <a:srgbClr val="F4E8D8"/>
                </a:solidFill>
              </a:defRPr>
            </a:lvl8pPr>
            <a:lvl9pPr algn="l">
              <a:defRPr sz="1350" b="0">
                <a:solidFill>
                  <a:srgbClr val="F4E8D8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4E8D8"/>
                </a:solidFill>
              </a:defRPr>
            </a:pPr>
            <a:r>
              <a:rPr sz="1350" b="0">
                <a:solidFill>
                  <a:srgbClr val="F4E8D8"/>
                </a:solidFill>
              </a:rPr>
              <a:t>Definir almacenamiento, alcance y pruebas de la bandera.</a:t>
            </a:r>
          </a:p>
        </p:txBody>
      </p:sp>
    </p:spTree>
    <p:extLst>
      <p:ext uri="{BB962C8B-B14F-4D97-AF65-F5344CB8AC3E}">
        <p14:creationId xmlns:p14="http://schemas.microsoft.com/office/powerpoint/2010/main" val="787955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8B82E5-94CF-4D42-882C-65AE63EF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C47A45"/>
                </a:solidFill>
              </a:defRPr>
            </a:defPPr>
            <a:lvl1pPr algn="l">
              <a:defRPr sz="1050" b="1">
                <a:solidFill>
                  <a:srgbClr val="C47A45"/>
                </a:solidFill>
              </a:defRPr>
            </a:lvl1pPr>
            <a:lvl2pPr algn="l">
              <a:defRPr sz="1050" b="1">
                <a:solidFill>
                  <a:srgbClr val="C47A45"/>
                </a:solidFill>
              </a:defRPr>
            </a:lvl2pPr>
            <a:lvl3pPr algn="l">
              <a:defRPr sz="1050" b="1">
                <a:solidFill>
                  <a:srgbClr val="C47A45"/>
                </a:solidFill>
              </a:defRPr>
            </a:lvl3pPr>
            <a:lvl4pPr algn="l">
              <a:defRPr sz="1050" b="1">
                <a:solidFill>
                  <a:srgbClr val="C47A45"/>
                </a:solidFill>
              </a:defRPr>
            </a:lvl4pPr>
            <a:lvl5pPr algn="l">
              <a:defRPr sz="1050" b="1">
                <a:solidFill>
                  <a:srgbClr val="C47A45"/>
                </a:solidFill>
              </a:defRPr>
            </a:lvl5pPr>
            <a:lvl6pPr algn="l">
              <a:defRPr sz="1050" b="1">
                <a:solidFill>
                  <a:srgbClr val="C47A45"/>
                </a:solidFill>
              </a:defRPr>
            </a:lvl6pPr>
            <a:lvl7pPr algn="l">
              <a:defRPr sz="1050" b="1">
                <a:solidFill>
                  <a:srgbClr val="C47A45"/>
                </a:solidFill>
              </a:defRPr>
            </a:lvl7pPr>
            <a:lvl8pPr algn="l">
              <a:defRPr sz="1050" b="1">
                <a:solidFill>
                  <a:srgbClr val="C47A45"/>
                </a:solidFill>
              </a:defRPr>
            </a:lvl8pPr>
            <a:lvl9pPr algn="l">
              <a:defRPr sz="1050" b="1">
                <a:solidFill>
                  <a:srgbClr val="C47A4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C47A45"/>
                </a:solidFill>
              </a:defRPr>
            </a:pPr>
            <a:r>
              <a:rPr sz="1050" b="1">
                <a:solidFill>
                  <a:srgbClr val="C47A45"/>
                </a:solidFill>
              </a:rPr>
              <a:t>TERRAFORM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3CFE0-D7E3-4A27-B99F-42A103B7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FFFDFC"/>
                </a:solidFill>
              </a:defRPr>
            </a:defPPr>
            <a:lvl1pPr algn="l">
              <a:defRPr sz="3150" b="1">
                <a:solidFill>
                  <a:srgbClr val="FFFDFC"/>
                </a:solidFill>
              </a:defRPr>
            </a:lvl1pPr>
            <a:lvl2pPr algn="l">
              <a:defRPr sz="3150" b="1">
                <a:solidFill>
                  <a:srgbClr val="FFFDFC"/>
                </a:solidFill>
              </a:defRPr>
            </a:lvl2pPr>
            <a:lvl3pPr algn="l">
              <a:defRPr sz="3150" b="1">
                <a:solidFill>
                  <a:srgbClr val="FFFDFC"/>
                </a:solidFill>
              </a:defRPr>
            </a:lvl3pPr>
            <a:lvl4pPr algn="l">
              <a:defRPr sz="3150" b="1">
                <a:solidFill>
                  <a:srgbClr val="FFFDFC"/>
                </a:solidFill>
              </a:defRPr>
            </a:lvl4pPr>
            <a:lvl5pPr algn="l">
              <a:defRPr sz="3150" b="1">
                <a:solidFill>
                  <a:srgbClr val="FFFDFC"/>
                </a:solidFill>
              </a:defRPr>
            </a:lvl5pPr>
            <a:lvl6pPr algn="l">
              <a:defRPr sz="3150" b="1">
                <a:solidFill>
                  <a:srgbClr val="FFFDFC"/>
                </a:solidFill>
              </a:defRPr>
            </a:lvl6pPr>
            <a:lvl7pPr algn="l">
              <a:defRPr sz="3150" b="1">
                <a:solidFill>
                  <a:srgbClr val="FFFDFC"/>
                </a:solidFill>
              </a:defRPr>
            </a:lvl7pPr>
            <a:lvl8pPr algn="l">
              <a:defRPr sz="3150" b="1">
                <a:solidFill>
                  <a:srgbClr val="FFFDFC"/>
                </a:solidFill>
              </a:defRPr>
            </a:lvl8pPr>
            <a:lvl9pPr algn="l">
              <a:defRPr sz="3150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FDFC"/>
                </a:solidFill>
              </a:defRPr>
            </a:pPr>
            <a:r>
              <a:rPr sz="3150" b="1">
                <a:solidFill>
                  <a:srgbClr val="FFFDFC"/>
                </a:solidFill>
              </a:rPr>
              <a:t>Infraestructura como Código con Terraform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FD0DA-5CEA-4604-9832-1C493355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1A8BE-4C95-43A7-9598-F590BB4F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B9ADA2"/>
                </a:solidFill>
              </a:defRPr>
            </a:defPPr>
            <a:lvl1pPr algn="l">
              <a:defRPr sz="900" b="0">
                <a:solidFill>
                  <a:srgbClr val="B9ADA2"/>
                </a:solidFill>
              </a:defRPr>
            </a:lvl1pPr>
            <a:lvl2pPr algn="l">
              <a:defRPr sz="900" b="0">
                <a:solidFill>
                  <a:srgbClr val="B9ADA2"/>
                </a:solidFill>
              </a:defRPr>
            </a:lvl2pPr>
            <a:lvl3pPr algn="l">
              <a:defRPr sz="900" b="0">
                <a:solidFill>
                  <a:srgbClr val="B9ADA2"/>
                </a:solidFill>
              </a:defRPr>
            </a:lvl3pPr>
            <a:lvl4pPr algn="l">
              <a:defRPr sz="900" b="0">
                <a:solidFill>
                  <a:srgbClr val="B9ADA2"/>
                </a:solidFill>
              </a:defRPr>
            </a:lvl4pPr>
            <a:lvl5pPr algn="l">
              <a:defRPr sz="900" b="0">
                <a:solidFill>
                  <a:srgbClr val="B9ADA2"/>
                </a:solidFill>
              </a:defRPr>
            </a:lvl5pPr>
            <a:lvl6pPr algn="l">
              <a:defRPr sz="900" b="0">
                <a:solidFill>
                  <a:srgbClr val="B9ADA2"/>
                </a:solidFill>
              </a:defRPr>
            </a:lvl6pPr>
            <a:lvl7pPr algn="l">
              <a:defRPr sz="900" b="0">
                <a:solidFill>
                  <a:srgbClr val="B9ADA2"/>
                </a:solidFill>
              </a:defRPr>
            </a:lvl7pPr>
            <a:lvl8pPr algn="l">
              <a:defRPr sz="900" b="0">
                <a:solidFill>
                  <a:srgbClr val="B9ADA2"/>
                </a:solidFill>
              </a:defRPr>
            </a:lvl8pPr>
            <a:lvl9pPr algn="l">
              <a:defRPr sz="900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B9ADA2"/>
                </a:solidFill>
              </a:defRPr>
            </a:pPr>
            <a:r>
              <a:rPr sz="900" b="0">
                <a:solidFill>
                  <a:srgbClr val="B9ADA2"/>
                </a:solidFill>
              </a:rPr>
              <a:t>CoffeeQueue · TP DevOps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B0FE3-5AE3-4B6D-A150-601880BC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B9ADA2"/>
                </a:solidFill>
              </a:defRPr>
            </a:defPPr>
            <a:lvl1pPr algn="r">
              <a:defRPr sz="900" b="1">
                <a:solidFill>
                  <a:srgbClr val="B9ADA2"/>
                </a:solidFill>
              </a:defRPr>
            </a:lvl1pPr>
            <a:lvl2pPr algn="r">
              <a:defRPr sz="900" b="1">
                <a:solidFill>
                  <a:srgbClr val="B9ADA2"/>
                </a:solidFill>
              </a:defRPr>
            </a:lvl2pPr>
            <a:lvl3pPr algn="r">
              <a:defRPr sz="900" b="1">
                <a:solidFill>
                  <a:srgbClr val="B9ADA2"/>
                </a:solidFill>
              </a:defRPr>
            </a:lvl3pPr>
            <a:lvl4pPr algn="r">
              <a:defRPr sz="900" b="1">
                <a:solidFill>
                  <a:srgbClr val="B9ADA2"/>
                </a:solidFill>
              </a:defRPr>
            </a:lvl4pPr>
            <a:lvl5pPr algn="r">
              <a:defRPr sz="900" b="1">
                <a:solidFill>
                  <a:srgbClr val="B9ADA2"/>
                </a:solidFill>
              </a:defRPr>
            </a:lvl5pPr>
            <a:lvl6pPr algn="r">
              <a:defRPr sz="900" b="1">
                <a:solidFill>
                  <a:srgbClr val="B9ADA2"/>
                </a:solidFill>
              </a:defRPr>
            </a:lvl6pPr>
            <a:lvl7pPr algn="r">
              <a:defRPr sz="900" b="1">
                <a:solidFill>
                  <a:srgbClr val="B9ADA2"/>
                </a:solidFill>
              </a:defRPr>
            </a:lvl7pPr>
            <a:lvl8pPr algn="r">
              <a:defRPr sz="900" b="1">
                <a:solidFill>
                  <a:srgbClr val="B9ADA2"/>
                </a:solidFill>
              </a:defRPr>
            </a:lvl8pPr>
            <a:lvl9pPr algn="r">
              <a:defRPr sz="900" b="1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B9ADA2"/>
                </a:solidFill>
              </a:defRPr>
            </a:pPr>
            <a:r>
              <a:rPr sz="900" b="1">
                <a:solidFill>
                  <a:srgbClr val="B9ADA2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41EFC-3EA0-4EE0-AC0B-78F0F8C0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F4E8D8"/>
                </a:solidFill>
              </a:defRPr>
            </a:defPPr>
            <a:lvl1pPr algn="l">
              <a:defRPr sz="1725" b="0">
                <a:solidFill>
                  <a:srgbClr val="F4E8D8"/>
                </a:solidFill>
              </a:defRPr>
            </a:lvl1pPr>
            <a:lvl2pPr algn="l">
              <a:defRPr sz="1725" b="0">
                <a:solidFill>
                  <a:srgbClr val="F4E8D8"/>
                </a:solidFill>
              </a:defRPr>
            </a:lvl2pPr>
            <a:lvl3pPr algn="l">
              <a:defRPr sz="1725" b="0">
                <a:solidFill>
                  <a:srgbClr val="F4E8D8"/>
                </a:solidFill>
              </a:defRPr>
            </a:lvl3pPr>
            <a:lvl4pPr algn="l">
              <a:defRPr sz="1725" b="0">
                <a:solidFill>
                  <a:srgbClr val="F4E8D8"/>
                </a:solidFill>
              </a:defRPr>
            </a:lvl4pPr>
            <a:lvl5pPr algn="l">
              <a:defRPr sz="1725" b="0">
                <a:solidFill>
                  <a:srgbClr val="F4E8D8"/>
                </a:solidFill>
              </a:defRPr>
            </a:lvl5pPr>
            <a:lvl6pPr algn="l">
              <a:defRPr sz="1725" b="0">
                <a:solidFill>
                  <a:srgbClr val="F4E8D8"/>
                </a:solidFill>
              </a:defRPr>
            </a:lvl6pPr>
            <a:lvl7pPr algn="l">
              <a:defRPr sz="1725" b="0">
                <a:solidFill>
                  <a:srgbClr val="F4E8D8"/>
                </a:solidFill>
              </a:defRPr>
            </a:lvl7pPr>
            <a:lvl8pPr algn="l">
              <a:defRPr sz="1725" b="0">
                <a:solidFill>
                  <a:srgbClr val="F4E8D8"/>
                </a:solidFill>
              </a:defRPr>
            </a:lvl8pPr>
            <a:lvl9pPr algn="l">
              <a:defRPr sz="1725" b="0">
                <a:solidFill>
                  <a:srgbClr val="F4E8D8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E8D8"/>
                </a:solidFill>
              </a:defRPr>
            </a:pPr>
            <a:r>
              <a:rPr sz="1725" b="0">
                <a:solidFill>
                  <a:srgbClr val="F4E8D8"/>
                </a:solidFill>
              </a:rPr>
              <a:t>Terraform describe infraestructura en archivos versionados. El equipo puede revisar el cambio antes de aplicarlo y repetir el entorno.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BD4C8-A038-4D3D-AE43-FA3BAEAC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057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4A3E3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3EA62-A4B6-4355-A24E-31D1954D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B4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787DBD-03D3-4B13-9DAD-D11A6960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DFC"/>
                </a:solidFill>
              </a:defRPr>
            </a:defPPr>
            <a:lvl1pPr algn="l">
              <a:defRPr sz="1575" b="1">
                <a:solidFill>
                  <a:srgbClr val="FFFDFC"/>
                </a:solidFill>
              </a:defRPr>
            </a:lvl1pPr>
            <a:lvl2pPr algn="l">
              <a:defRPr sz="1575" b="1">
                <a:solidFill>
                  <a:srgbClr val="FFFDFC"/>
                </a:solidFill>
              </a:defRPr>
            </a:lvl2pPr>
            <a:lvl3pPr algn="l">
              <a:defRPr sz="1575" b="1">
                <a:solidFill>
                  <a:srgbClr val="FFFDFC"/>
                </a:solidFill>
              </a:defRPr>
            </a:lvl3pPr>
            <a:lvl4pPr algn="l">
              <a:defRPr sz="1575" b="1">
                <a:solidFill>
                  <a:srgbClr val="FFFDFC"/>
                </a:solidFill>
              </a:defRPr>
            </a:lvl4pPr>
            <a:lvl5pPr algn="l">
              <a:defRPr sz="1575" b="1">
                <a:solidFill>
                  <a:srgbClr val="FFFDFC"/>
                </a:solidFill>
              </a:defRPr>
            </a:lvl5pPr>
            <a:lvl6pPr algn="l">
              <a:defRPr sz="1575" b="1">
                <a:solidFill>
                  <a:srgbClr val="FFFDFC"/>
                </a:solidFill>
              </a:defRPr>
            </a:lvl6pPr>
            <a:lvl7pPr algn="l">
              <a:defRPr sz="1575" b="1">
                <a:solidFill>
                  <a:srgbClr val="FFFDFC"/>
                </a:solidFill>
              </a:defRPr>
            </a:lvl7pPr>
            <a:lvl8pPr algn="l">
              <a:defRPr sz="1575" b="1">
                <a:solidFill>
                  <a:srgbClr val="FFFDFC"/>
                </a:solidFill>
              </a:defRPr>
            </a:lvl8pPr>
            <a:lvl9pPr algn="l">
              <a:defRPr sz="157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DFC"/>
                </a:solidFill>
              </a:defRPr>
            </a:pPr>
            <a:r>
              <a:rPr sz="1575" b="1">
                <a:solidFill>
                  <a:srgbClr val="FFFDFC"/>
                </a:solidFill>
              </a:rPr>
              <a:t>.tf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770BD-9D2F-4392-80F4-35B794A2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57525"/>
            <a:ext cx="175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ADA2"/>
                </a:solidFill>
              </a:defRPr>
            </a:defPPr>
            <a:lvl1pPr algn="l">
              <a:defRPr sz="1125" b="0">
                <a:solidFill>
                  <a:srgbClr val="B9ADA2"/>
                </a:solidFill>
              </a:defRPr>
            </a:lvl1pPr>
            <a:lvl2pPr algn="l">
              <a:defRPr sz="1125" b="0">
                <a:solidFill>
                  <a:srgbClr val="B9ADA2"/>
                </a:solidFill>
              </a:defRPr>
            </a:lvl2pPr>
            <a:lvl3pPr algn="l">
              <a:defRPr sz="1125" b="0">
                <a:solidFill>
                  <a:srgbClr val="B9ADA2"/>
                </a:solidFill>
              </a:defRPr>
            </a:lvl3pPr>
            <a:lvl4pPr algn="l">
              <a:defRPr sz="1125" b="0">
                <a:solidFill>
                  <a:srgbClr val="B9ADA2"/>
                </a:solidFill>
              </a:defRPr>
            </a:lvl4pPr>
            <a:lvl5pPr algn="l">
              <a:defRPr sz="1125" b="0">
                <a:solidFill>
                  <a:srgbClr val="B9ADA2"/>
                </a:solidFill>
              </a:defRPr>
            </a:lvl5pPr>
            <a:lvl6pPr algn="l">
              <a:defRPr sz="1125" b="0">
                <a:solidFill>
                  <a:srgbClr val="B9ADA2"/>
                </a:solidFill>
              </a:defRPr>
            </a:lvl6pPr>
            <a:lvl7pPr algn="l">
              <a:defRPr sz="1125" b="0">
                <a:solidFill>
                  <a:srgbClr val="B9ADA2"/>
                </a:solidFill>
              </a:defRPr>
            </a:lvl7pPr>
            <a:lvl8pPr algn="l">
              <a:defRPr sz="1125" b="0">
                <a:solidFill>
                  <a:srgbClr val="B9ADA2"/>
                </a:solidFill>
              </a:defRPr>
            </a:lvl8pPr>
            <a:lvl9pPr algn="l">
              <a:defRPr sz="11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ADA2"/>
                </a:solidFill>
              </a:defRPr>
            </a:pPr>
            <a:r>
              <a:rPr sz="1125" b="0">
                <a:solidFill>
                  <a:srgbClr val="B9ADA2"/>
                </a:solidFill>
              </a:rPr>
              <a:t>Recursos y variables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E98C5-C904-4831-89A4-21FFE41C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62300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9DF561-1B7A-46A0-AC10-15E33311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47950"/>
            <a:ext cx="2057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4A3E3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3CDBAB-55CC-4F99-8BA7-E122C8CA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4795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FA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125BDE-CE87-497C-8AEF-08D3A37E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DFC"/>
                </a:solidFill>
              </a:defRPr>
            </a:defPPr>
            <a:lvl1pPr algn="l">
              <a:defRPr sz="1575" b="1">
                <a:solidFill>
                  <a:srgbClr val="FFFDFC"/>
                </a:solidFill>
              </a:defRPr>
            </a:lvl1pPr>
            <a:lvl2pPr algn="l">
              <a:defRPr sz="1575" b="1">
                <a:solidFill>
                  <a:srgbClr val="FFFDFC"/>
                </a:solidFill>
              </a:defRPr>
            </a:lvl2pPr>
            <a:lvl3pPr algn="l">
              <a:defRPr sz="1575" b="1">
                <a:solidFill>
                  <a:srgbClr val="FFFDFC"/>
                </a:solidFill>
              </a:defRPr>
            </a:lvl3pPr>
            <a:lvl4pPr algn="l">
              <a:defRPr sz="1575" b="1">
                <a:solidFill>
                  <a:srgbClr val="FFFDFC"/>
                </a:solidFill>
              </a:defRPr>
            </a:lvl4pPr>
            <a:lvl5pPr algn="l">
              <a:defRPr sz="1575" b="1">
                <a:solidFill>
                  <a:srgbClr val="FFFDFC"/>
                </a:solidFill>
              </a:defRPr>
            </a:lvl5pPr>
            <a:lvl6pPr algn="l">
              <a:defRPr sz="1575" b="1">
                <a:solidFill>
                  <a:srgbClr val="FFFDFC"/>
                </a:solidFill>
              </a:defRPr>
            </a:lvl6pPr>
            <a:lvl7pPr algn="l">
              <a:defRPr sz="1575" b="1">
                <a:solidFill>
                  <a:srgbClr val="FFFDFC"/>
                </a:solidFill>
              </a:defRPr>
            </a:lvl7pPr>
            <a:lvl8pPr algn="l">
              <a:defRPr sz="1575" b="1">
                <a:solidFill>
                  <a:srgbClr val="FFFDFC"/>
                </a:solidFill>
              </a:defRPr>
            </a:lvl8pPr>
            <a:lvl9pPr algn="l">
              <a:defRPr sz="157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DFC"/>
                </a:solidFill>
              </a:defRPr>
            </a:pPr>
            <a:r>
              <a:rPr sz="1575" b="1">
                <a:solidFill>
                  <a:srgbClr val="FFFDFC"/>
                </a:solidFill>
              </a:rPr>
              <a:t>terraform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3C483-1B91-4BEF-A517-89337B99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57525"/>
            <a:ext cx="175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ADA2"/>
                </a:solidFill>
              </a:defRPr>
            </a:defPPr>
            <a:lvl1pPr algn="l">
              <a:defRPr sz="1125" b="0">
                <a:solidFill>
                  <a:srgbClr val="B9ADA2"/>
                </a:solidFill>
              </a:defRPr>
            </a:lvl1pPr>
            <a:lvl2pPr algn="l">
              <a:defRPr sz="1125" b="0">
                <a:solidFill>
                  <a:srgbClr val="B9ADA2"/>
                </a:solidFill>
              </a:defRPr>
            </a:lvl2pPr>
            <a:lvl3pPr algn="l">
              <a:defRPr sz="1125" b="0">
                <a:solidFill>
                  <a:srgbClr val="B9ADA2"/>
                </a:solidFill>
              </a:defRPr>
            </a:lvl3pPr>
            <a:lvl4pPr algn="l">
              <a:defRPr sz="1125" b="0">
                <a:solidFill>
                  <a:srgbClr val="B9ADA2"/>
                </a:solidFill>
              </a:defRPr>
            </a:lvl4pPr>
            <a:lvl5pPr algn="l">
              <a:defRPr sz="1125" b="0">
                <a:solidFill>
                  <a:srgbClr val="B9ADA2"/>
                </a:solidFill>
              </a:defRPr>
            </a:lvl5pPr>
            <a:lvl6pPr algn="l">
              <a:defRPr sz="1125" b="0">
                <a:solidFill>
                  <a:srgbClr val="B9ADA2"/>
                </a:solidFill>
              </a:defRPr>
            </a:lvl6pPr>
            <a:lvl7pPr algn="l">
              <a:defRPr sz="1125" b="0">
                <a:solidFill>
                  <a:srgbClr val="B9ADA2"/>
                </a:solidFill>
              </a:defRPr>
            </a:lvl7pPr>
            <a:lvl8pPr algn="l">
              <a:defRPr sz="1125" b="0">
                <a:solidFill>
                  <a:srgbClr val="B9ADA2"/>
                </a:solidFill>
              </a:defRPr>
            </a:lvl8pPr>
            <a:lvl9pPr algn="l">
              <a:defRPr sz="11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ADA2"/>
                </a:solidFill>
              </a:defRPr>
            </a:pPr>
            <a:r>
              <a:rPr sz="1125" b="0">
                <a:solidFill>
                  <a:srgbClr val="B9ADA2"/>
                </a:solidFill>
              </a:rPr>
              <a:t>Vista previa del cambio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39E9BC-CFEA-496E-B595-492673BF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62300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429F39-93F4-465C-BF8D-EB994CE4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2057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4A3E3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FE547C-91F3-4E1C-942A-304F964A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E21FE0-153A-4126-B15E-4E78A1CC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DFC"/>
                </a:solidFill>
              </a:defRPr>
            </a:defPPr>
            <a:lvl1pPr algn="l">
              <a:defRPr sz="1575" b="1">
                <a:solidFill>
                  <a:srgbClr val="FFFDFC"/>
                </a:solidFill>
              </a:defRPr>
            </a:lvl1pPr>
            <a:lvl2pPr algn="l">
              <a:defRPr sz="1575" b="1">
                <a:solidFill>
                  <a:srgbClr val="FFFDFC"/>
                </a:solidFill>
              </a:defRPr>
            </a:lvl2pPr>
            <a:lvl3pPr algn="l">
              <a:defRPr sz="1575" b="1">
                <a:solidFill>
                  <a:srgbClr val="FFFDFC"/>
                </a:solidFill>
              </a:defRPr>
            </a:lvl3pPr>
            <a:lvl4pPr algn="l">
              <a:defRPr sz="1575" b="1">
                <a:solidFill>
                  <a:srgbClr val="FFFDFC"/>
                </a:solidFill>
              </a:defRPr>
            </a:lvl4pPr>
            <a:lvl5pPr algn="l">
              <a:defRPr sz="1575" b="1">
                <a:solidFill>
                  <a:srgbClr val="FFFDFC"/>
                </a:solidFill>
              </a:defRPr>
            </a:lvl5pPr>
            <a:lvl6pPr algn="l">
              <a:defRPr sz="1575" b="1">
                <a:solidFill>
                  <a:srgbClr val="FFFDFC"/>
                </a:solidFill>
              </a:defRPr>
            </a:lvl6pPr>
            <a:lvl7pPr algn="l">
              <a:defRPr sz="1575" b="1">
                <a:solidFill>
                  <a:srgbClr val="FFFDFC"/>
                </a:solidFill>
              </a:defRPr>
            </a:lvl7pPr>
            <a:lvl8pPr algn="l">
              <a:defRPr sz="1575" b="1">
                <a:solidFill>
                  <a:srgbClr val="FFFDFC"/>
                </a:solidFill>
              </a:defRPr>
            </a:lvl8pPr>
            <a:lvl9pPr algn="l">
              <a:defRPr sz="157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DFC"/>
                </a:solidFill>
              </a:defRPr>
            </a:pPr>
            <a:r>
              <a:rPr sz="1575" b="1">
                <a:solidFill>
                  <a:srgbClr val="FFFDFC"/>
                </a:solidFill>
              </a:rPr>
              <a:t>terraform apply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865FA9-A759-4AAD-95EB-4C191CDB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57525"/>
            <a:ext cx="175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ADA2"/>
                </a:solidFill>
              </a:defRPr>
            </a:defPPr>
            <a:lvl1pPr algn="l">
              <a:defRPr sz="1125" b="0">
                <a:solidFill>
                  <a:srgbClr val="B9ADA2"/>
                </a:solidFill>
              </a:defRPr>
            </a:lvl1pPr>
            <a:lvl2pPr algn="l">
              <a:defRPr sz="1125" b="0">
                <a:solidFill>
                  <a:srgbClr val="B9ADA2"/>
                </a:solidFill>
              </a:defRPr>
            </a:lvl2pPr>
            <a:lvl3pPr algn="l">
              <a:defRPr sz="1125" b="0">
                <a:solidFill>
                  <a:srgbClr val="B9ADA2"/>
                </a:solidFill>
              </a:defRPr>
            </a:lvl3pPr>
            <a:lvl4pPr algn="l">
              <a:defRPr sz="1125" b="0">
                <a:solidFill>
                  <a:srgbClr val="B9ADA2"/>
                </a:solidFill>
              </a:defRPr>
            </a:lvl4pPr>
            <a:lvl5pPr algn="l">
              <a:defRPr sz="1125" b="0">
                <a:solidFill>
                  <a:srgbClr val="B9ADA2"/>
                </a:solidFill>
              </a:defRPr>
            </a:lvl5pPr>
            <a:lvl6pPr algn="l">
              <a:defRPr sz="1125" b="0">
                <a:solidFill>
                  <a:srgbClr val="B9ADA2"/>
                </a:solidFill>
              </a:defRPr>
            </a:lvl6pPr>
            <a:lvl7pPr algn="l">
              <a:defRPr sz="1125" b="0">
                <a:solidFill>
                  <a:srgbClr val="B9ADA2"/>
                </a:solidFill>
              </a:defRPr>
            </a:lvl7pPr>
            <a:lvl8pPr algn="l">
              <a:defRPr sz="1125" b="0">
                <a:solidFill>
                  <a:srgbClr val="B9ADA2"/>
                </a:solidFill>
              </a:defRPr>
            </a:lvl8pPr>
            <a:lvl9pPr algn="l">
              <a:defRPr sz="11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ADA2"/>
                </a:solidFill>
              </a:defRPr>
            </a:pPr>
            <a:r>
              <a:rPr sz="1125" b="0">
                <a:solidFill>
                  <a:srgbClr val="B9ADA2"/>
                </a:solidFill>
              </a:rPr>
              <a:t>Creación controlada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7B9A4C-D0C8-46F6-8168-18948D5D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62300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E062EA-AF69-45CC-B17F-28693A34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47950"/>
            <a:ext cx="2057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4A3E3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A44F45-A8C0-44BF-A0EC-80CD278F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4795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C6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0922B1-19F1-4B38-B44E-C6940DAD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622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DFC"/>
                </a:solidFill>
              </a:defRPr>
            </a:defPPr>
            <a:lvl1pPr algn="l">
              <a:defRPr sz="1575" b="1">
                <a:solidFill>
                  <a:srgbClr val="FFFDFC"/>
                </a:solidFill>
              </a:defRPr>
            </a:lvl1pPr>
            <a:lvl2pPr algn="l">
              <a:defRPr sz="1575" b="1">
                <a:solidFill>
                  <a:srgbClr val="FFFDFC"/>
                </a:solidFill>
              </a:defRPr>
            </a:lvl2pPr>
            <a:lvl3pPr algn="l">
              <a:defRPr sz="1575" b="1">
                <a:solidFill>
                  <a:srgbClr val="FFFDFC"/>
                </a:solidFill>
              </a:defRPr>
            </a:lvl3pPr>
            <a:lvl4pPr algn="l">
              <a:defRPr sz="1575" b="1">
                <a:solidFill>
                  <a:srgbClr val="FFFDFC"/>
                </a:solidFill>
              </a:defRPr>
            </a:lvl4pPr>
            <a:lvl5pPr algn="l">
              <a:defRPr sz="1575" b="1">
                <a:solidFill>
                  <a:srgbClr val="FFFDFC"/>
                </a:solidFill>
              </a:defRPr>
            </a:lvl5pPr>
            <a:lvl6pPr algn="l">
              <a:defRPr sz="1575" b="1">
                <a:solidFill>
                  <a:srgbClr val="FFFDFC"/>
                </a:solidFill>
              </a:defRPr>
            </a:lvl6pPr>
            <a:lvl7pPr algn="l">
              <a:defRPr sz="1575" b="1">
                <a:solidFill>
                  <a:srgbClr val="FFFDFC"/>
                </a:solidFill>
              </a:defRPr>
            </a:lvl7pPr>
            <a:lvl8pPr algn="l">
              <a:defRPr sz="1575" b="1">
                <a:solidFill>
                  <a:srgbClr val="FFFDFC"/>
                </a:solidFill>
              </a:defRPr>
            </a:lvl8pPr>
            <a:lvl9pPr algn="l">
              <a:defRPr sz="157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DFC"/>
                </a:solidFill>
              </a:defRPr>
            </a:pPr>
            <a:r>
              <a:rPr sz="1575" b="1">
                <a:solidFill>
                  <a:srgbClr val="FFFDFC"/>
                </a:solidFill>
              </a:rPr>
              <a:t>Infraestructura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55147D-38CB-4388-9268-224C657C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57525"/>
            <a:ext cx="175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ADA2"/>
                </a:solidFill>
              </a:defRPr>
            </a:defPPr>
            <a:lvl1pPr algn="l">
              <a:defRPr sz="1125" b="0">
                <a:solidFill>
                  <a:srgbClr val="B9ADA2"/>
                </a:solidFill>
              </a:defRPr>
            </a:lvl1pPr>
            <a:lvl2pPr algn="l">
              <a:defRPr sz="1125" b="0">
                <a:solidFill>
                  <a:srgbClr val="B9ADA2"/>
                </a:solidFill>
              </a:defRPr>
            </a:lvl2pPr>
            <a:lvl3pPr algn="l">
              <a:defRPr sz="1125" b="0">
                <a:solidFill>
                  <a:srgbClr val="B9ADA2"/>
                </a:solidFill>
              </a:defRPr>
            </a:lvl3pPr>
            <a:lvl4pPr algn="l">
              <a:defRPr sz="1125" b="0">
                <a:solidFill>
                  <a:srgbClr val="B9ADA2"/>
                </a:solidFill>
              </a:defRPr>
            </a:lvl4pPr>
            <a:lvl5pPr algn="l">
              <a:defRPr sz="1125" b="0">
                <a:solidFill>
                  <a:srgbClr val="B9ADA2"/>
                </a:solidFill>
              </a:defRPr>
            </a:lvl5pPr>
            <a:lvl6pPr algn="l">
              <a:defRPr sz="1125" b="0">
                <a:solidFill>
                  <a:srgbClr val="B9ADA2"/>
                </a:solidFill>
              </a:defRPr>
            </a:lvl6pPr>
            <a:lvl7pPr algn="l">
              <a:defRPr sz="1125" b="0">
                <a:solidFill>
                  <a:srgbClr val="B9ADA2"/>
                </a:solidFill>
              </a:defRPr>
            </a:lvl7pPr>
            <a:lvl8pPr algn="l">
              <a:defRPr sz="1125" b="0">
                <a:solidFill>
                  <a:srgbClr val="B9ADA2"/>
                </a:solidFill>
              </a:defRPr>
            </a:lvl8pPr>
            <a:lvl9pPr algn="l">
              <a:defRPr sz="11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ADA2"/>
                </a:solidFill>
              </a:defRPr>
            </a:pPr>
            <a:r>
              <a:rPr sz="1125" b="0">
                <a:solidFill>
                  <a:srgbClr val="B9ADA2"/>
                </a:solidFill>
              </a:rPr>
              <a:t>Entorno reproducible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27007E-C0C0-4CC2-A809-D0CC3640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DFC"/>
                </a:solidFill>
              </a:defRPr>
            </a:defPPr>
            <a:lvl1pPr algn="l">
              <a:defRPr sz="1575" b="1">
                <a:solidFill>
                  <a:srgbClr val="FFFDFC"/>
                </a:solidFill>
              </a:defRPr>
            </a:lvl1pPr>
            <a:lvl2pPr algn="l">
              <a:defRPr sz="1575" b="1">
                <a:solidFill>
                  <a:srgbClr val="FFFDFC"/>
                </a:solidFill>
              </a:defRPr>
            </a:lvl2pPr>
            <a:lvl3pPr algn="l">
              <a:defRPr sz="1575" b="1">
                <a:solidFill>
                  <a:srgbClr val="FFFDFC"/>
                </a:solidFill>
              </a:defRPr>
            </a:lvl3pPr>
            <a:lvl4pPr algn="l">
              <a:defRPr sz="1575" b="1">
                <a:solidFill>
                  <a:srgbClr val="FFFDFC"/>
                </a:solidFill>
              </a:defRPr>
            </a:lvl4pPr>
            <a:lvl5pPr algn="l">
              <a:defRPr sz="1575" b="1">
                <a:solidFill>
                  <a:srgbClr val="FFFDFC"/>
                </a:solidFill>
              </a:defRPr>
            </a:lvl5pPr>
            <a:lvl6pPr algn="l">
              <a:defRPr sz="1575" b="1">
                <a:solidFill>
                  <a:srgbClr val="FFFDFC"/>
                </a:solidFill>
              </a:defRPr>
            </a:lvl6pPr>
            <a:lvl7pPr algn="l">
              <a:defRPr sz="1575" b="1">
                <a:solidFill>
                  <a:srgbClr val="FFFDFC"/>
                </a:solidFill>
              </a:defRPr>
            </a:lvl7pPr>
            <a:lvl8pPr algn="l">
              <a:defRPr sz="1575" b="1">
                <a:solidFill>
                  <a:srgbClr val="FFFDFC"/>
                </a:solidFill>
              </a:defRPr>
            </a:lvl8pPr>
            <a:lvl9pPr algn="l">
              <a:defRPr sz="157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DFC"/>
                </a:solidFill>
              </a:defRPr>
            </a:pPr>
            <a:r>
              <a:rPr sz="1575" b="1">
                <a:solidFill>
                  <a:srgbClr val="FFFDFC"/>
                </a:solidFill>
              </a:rPr>
              <a:t>Entregables esperados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127F35-6259-4C9F-BDCE-76920769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B9ADA2"/>
                </a:solidFill>
              </a:defRPr>
            </a:defPPr>
            <a:lvl1pPr algn="l">
              <a:defRPr sz="1500" b="0">
                <a:solidFill>
                  <a:srgbClr val="B9ADA2"/>
                </a:solidFill>
              </a:defRPr>
            </a:lvl1pPr>
            <a:lvl2pPr algn="l">
              <a:defRPr sz="1500" b="0">
                <a:solidFill>
                  <a:srgbClr val="B9ADA2"/>
                </a:solidFill>
              </a:defRPr>
            </a:lvl2pPr>
            <a:lvl3pPr algn="l">
              <a:defRPr sz="1500" b="0">
                <a:solidFill>
                  <a:srgbClr val="B9ADA2"/>
                </a:solidFill>
              </a:defRPr>
            </a:lvl3pPr>
            <a:lvl4pPr algn="l">
              <a:defRPr sz="1500" b="0">
                <a:solidFill>
                  <a:srgbClr val="B9ADA2"/>
                </a:solidFill>
              </a:defRPr>
            </a:lvl4pPr>
            <a:lvl5pPr algn="l">
              <a:defRPr sz="1500" b="0">
                <a:solidFill>
                  <a:srgbClr val="B9ADA2"/>
                </a:solidFill>
              </a:defRPr>
            </a:lvl5pPr>
            <a:lvl6pPr algn="l">
              <a:defRPr sz="1500" b="0">
                <a:solidFill>
                  <a:srgbClr val="B9ADA2"/>
                </a:solidFill>
              </a:defRPr>
            </a:lvl6pPr>
            <a:lvl7pPr algn="l">
              <a:defRPr sz="1500" b="0">
                <a:solidFill>
                  <a:srgbClr val="B9ADA2"/>
                </a:solidFill>
              </a:defRPr>
            </a:lvl7pPr>
            <a:lvl8pPr algn="l">
              <a:defRPr sz="1500" b="0">
                <a:solidFill>
                  <a:srgbClr val="B9ADA2"/>
                </a:solidFill>
              </a:defRPr>
            </a:lvl8pPr>
            <a:lvl9pPr algn="l">
              <a:defRPr sz="1500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ADA2"/>
                </a:solidFill>
              </a:defRPr>
            </a:pPr>
            <a:r>
              <a:rPr sz="1500" b="0">
                <a:solidFill>
                  <a:srgbClr val="B9ADA2"/>
                </a:solidFill>
              </a:rPr>
              <a:t>Provider y recursos</a:t>
            </a:r>
          </a:p>
          <a:p xmlns:a="http://schemas.openxmlformats.org/drawingml/2006/main">
            <a:pPr algn="l">
              <a:defRPr sz="1500" b="0">
                <a:solidFill>
                  <a:srgbClr val="B9ADA2"/>
                </a:solidFill>
              </a:defRPr>
            </a:pPr>
            <a:r>
              <a:rPr sz="1500" b="0">
                <a:solidFill>
                  <a:srgbClr val="B9ADA2"/>
                </a:solidFill>
              </a:rPr>
              <a:t>Variables y outputs</a:t>
            </a:r>
          </a:p>
          <a:p xmlns:a="http://schemas.openxmlformats.org/drawingml/2006/main">
            <a:pPr algn="l">
              <a:defRPr sz="1500" b="0">
                <a:solidFill>
                  <a:srgbClr val="B9ADA2"/>
                </a:solidFill>
              </a:defRPr>
            </a:pPr>
            <a:r>
              <a:rPr sz="1500" b="0">
                <a:solidFill>
                  <a:srgbClr val="B9ADA2"/>
                </a:solidFill>
              </a:rPr>
              <a:t>Política de estado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88289B-B065-4C58-BC7E-5F3F9EE1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29150"/>
            <a:ext cx="13525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3B4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2946B9-C322-4C13-905D-885A771D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3867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171412"/>
                </a:solidFill>
              </a:defRPr>
            </a:defPPr>
            <a:lvl1pPr algn="ctr">
              <a:defRPr sz="975" b="1">
                <a:solidFill>
                  <a:srgbClr val="171412"/>
                </a:solidFill>
              </a:defRPr>
            </a:lvl1pPr>
            <a:lvl2pPr algn="ctr">
              <a:defRPr sz="975" b="1">
                <a:solidFill>
                  <a:srgbClr val="171412"/>
                </a:solidFill>
              </a:defRPr>
            </a:lvl2pPr>
            <a:lvl3pPr algn="ctr">
              <a:defRPr sz="975" b="1">
                <a:solidFill>
                  <a:srgbClr val="171412"/>
                </a:solidFill>
              </a:defRPr>
            </a:lvl3pPr>
            <a:lvl4pPr algn="ctr">
              <a:defRPr sz="975" b="1">
                <a:solidFill>
                  <a:srgbClr val="171412"/>
                </a:solidFill>
              </a:defRPr>
            </a:lvl4pPr>
            <a:lvl5pPr algn="ctr">
              <a:defRPr sz="975" b="1">
                <a:solidFill>
                  <a:srgbClr val="171412"/>
                </a:solidFill>
              </a:defRPr>
            </a:lvl5pPr>
            <a:lvl6pPr algn="ctr">
              <a:defRPr sz="975" b="1">
                <a:solidFill>
                  <a:srgbClr val="171412"/>
                </a:solidFill>
              </a:defRPr>
            </a:lvl6pPr>
            <a:lvl7pPr algn="ctr">
              <a:defRPr sz="975" b="1">
                <a:solidFill>
                  <a:srgbClr val="171412"/>
                </a:solidFill>
              </a:defRPr>
            </a:lvl7pPr>
            <a:lvl8pPr algn="ctr">
              <a:defRPr sz="975" b="1">
                <a:solidFill>
                  <a:srgbClr val="171412"/>
                </a:solidFill>
              </a:defRPr>
            </a:lvl8pPr>
            <a:lvl9pPr algn="ctr">
              <a:defRPr sz="975" b="1">
                <a:solidFill>
                  <a:srgbClr val="171412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71412"/>
                </a:solidFill>
              </a:defRPr>
            </a:pPr>
            <a:r>
              <a:rPr sz="975" b="1">
                <a:solidFill>
                  <a:srgbClr val="171412"/>
                </a:solidFill>
              </a:rPr>
              <a:t>PENDIENTE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B6D9B4-4D06-45A2-A672-9024B5D3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148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F4E8D8"/>
                </a:solidFill>
              </a:defRPr>
            </a:defPPr>
            <a:lvl1pPr algn="l">
              <a:defRPr sz="1350" b="0">
                <a:solidFill>
                  <a:srgbClr val="F4E8D8"/>
                </a:solidFill>
              </a:defRPr>
            </a:lvl1pPr>
            <a:lvl2pPr algn="l">
              <a:defRPr sz="1350" b="0">
                <a:solidFill>
                  <a:srgbClr val="F4E8D8"/>
                </a:solidFill>
              </a:defRPr>
            </a:lvl2pPr>
            <a:lvl3pPr algn="l">
              <a:defRPr sz="1350" b="0">
                <a:solidFill>
                  <a:srgbClr val="F4E8D8"/>
                </a:solidFill>
              </a:defRPr>
            </a:lvl3pPr>
            <a:lvl4pPr algn="l">
              <a:defRPr sz="1350" b="0">
                <a:solidFill>
                  <a:srgbClr val="F4E8D8"/>
                </a:solidFill>
              </a:defRPr>
            </a:lvl4pPr>
            <a:lvl5pPr algn="l">
              <a:defRPr sz="1350" b="0">
                <a:solidFill>
                  <a:srgbClr val="F4E8D8"/>
                </a:solidFill>
              </a:defRPr>
            </a:lvl5pPr>
            <a:lvl6pPr algn="l">
              <a:defRPr sz="1350" b="0">
                <a:solidFill>
                  <a:srgbClr val="F4E8D8"/>
                </a:solidFill>
              </a:defRPr>
            </a:lvl6pPr>
            <a:lvl7pPr algn="l">
              <a:defRPr sz="1350" b="0">
                <a:solidFill>
                  <a:srgbClr val="F4E8D8"/>
                </a:solidFill>
              </a:defRPr>
            </a:lvl7pPr>
            <a:lvl8pPr algn="l">
              <a:defRPr sz="1350" b="0">
                <a:solidFill>
                  <a:srgbClr val="F4E8D8"/>
                </a:solidFill>
              </a:defRPr>
            </a:lvl8pPr>
            <a:lvl9pPr algn="l">
              <a:defRPr sz="1350" b="0">
                <a:solidFill>
                  <a:srgbClr val="F4E8D8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4E8D8"/>
                </a:solidFill>
              </a:defRPr>
            </a:pPr>
            <a:r>
              <a:rPr sz="1350" b="0">
                <a:solidFill>
                  <a:srgbClr val="F4E8D8"/>
                </a:solidFill>
              </a:rPr>
              <a:t>Confirmar proveedor cloud y recursos reales antes de presentar resultados.</a:t>
            </a:r>
          </a:p>
        </p:txBody>
      </p:sp>
    </p:spTree>
    <p:extLst>
      <p:ext uri="{BB962C8B-B14F-4D97-AF65-F5344CB8AC3E}">
        <p14:creationId xmlns:p14="http://schemas.microsoft.com/office/powerpoint/2010/main" val="10697497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8312A9-08D5-4AE1-B00F-EDD8845A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C47A45"/>
                </a:solidFill>
              </a:defRPr>
            </a:defPPr>
            <a:lvl1pPr algn="l">
              <a:defRPr sz="1050" b="1">
                <a:solidFill>
                  <a:srgbClr val="C47A45"/>
                </a:solidFill>
              </a:defRPr>
            </a:lvl1pPr>
            <a:lvl2pPr algn="l">
              <a:defRPr sz="1050" b="1">
                <a:solidFill>
                  <a:srgbClr val="C47A45"/>
                </a:solidFill>
              </a:defRPr>
            </a:lvl2pPr>
            <a:lvl3pPr algn="l">
              <a:defRPr sz="1050" b="1">
                <a:solidFill>
                  <a:srgbClr val="C47A45"/>
                </a:solidFill>
              </a:defRPr>
            </a:lvl3pPr>
            <a:lvl4pPr algn="l">
              <a:defRPr sz="1050" b="1">
                <a:solidFill>
                  <a:srgbClr val="C47A45"/>
                </a:solidFill>
              </a:defRPr>
            </a:lvl4pPr>
            <a:lvl5pPr algn="l">
              <a:defRPr sz="1050" b="1">
                <a:solidFill>
                  <a:srgbClr val="C47A45"/>
                </a:solidFill>
              </a:defRPr>
            </a:lvl5pPr>
            <a:lvl6pPr algn="l">
              <a:defRPr sz="1050" b="1">
                <a:solidFill>
                  <a:srgbClr val="C47A45"/>
                </a:solidFill>
              </a:defRPr>
            </a:lvl6pPr>
            <a:lvl7pPr algn="l">
              <a:defRPr sz="1050" b="1">
                <a:solidFill>
                  <a:srgbClr val="C47A45"/>
                </a:solidFill>
              </a:defRPr>
            </a:lvl7pPr>
            <a:lvl8pPr algn="l">
              <a:defRPr sz="1050" b="1">
                <a:solidFill>
                  <a:srgbClr val="C47A45"/>
                </a:solidFill>
              </a:defRPr>
            </a:lvl8pPr>
            <a:lvl9pPr algn="l">
              <a:defRPr sz="1050" b="1">
                <a:solidFill>
                  <a:srgbClr val="C47A4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C47A45"/>
                </a:solidFill>
              </a:defRPr>
            </a:pPr>
            <a:r>
              <a:rPr sz="1050" b="1">
                <a:solidFill>
                  <a:srgbClr val="C47A45"/>
                </a:solidFill>
              </a:rPr>
              <a:t>FRENTE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88F8D-2095-45ED-9A82-FE1E99ED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FFFDFC"/>
                </a:solidFill>
              </a:defRPr>
            </a:defPPr>
            <a:lvl1pPr algn="l">
              <a:defRPr sz="3150" b="1">
                <a:solidFill>
                  <a:srgbClr val="FFFDFC"/>
                </a:solidFill>
              </a:defRPr>
            </a:lvl1pPr>
            <a:lvl2pPr algn="l">
              <a:defRPr sz="3150" b="1">
                <a:solidFill>
                  <a:srgbClr val="FFFDFC"/>
                </a:solidFill>
              </a:defRPr>
            </a:lvl2pPr>
            <a:lvl3pPr algn="l">
              <a:defRPr sz="3150" b="1">
                <a:solidFill>
                  <a:srgbClr val="FFFDFC"/>
                </a:solidFill>
              </a:defRPr>
            </a:lvl3pPr>
            <a:lvl4pPr algn="l">
              <a:defRPr sz="3150" b="1">
                <a:solidFill>
                  <a:srgbClr val="FFFDFC"/>
                </a:solidFill>
              </a:defRPr>
            </a:lvl4pPr>
            <a:lvl5pPr algn="l">
              <a:defRPr sz="3150" b="1">
                <a:solidFill>
                  <a:srgbClr val="FFFDFC"/>
                </a:solidFill>
              </a:defRPr>
            </a:lvl5pPr>
            <a:lvl6pPr algn="l">
              <a:defRPr sz="3150" b="1">
                <a:solidFill>
                  <a:srgbClr val="FFFDFC"/>
                </a:solidFill>
              </a:defRPr>
            </a:lvl6pPr>
            <a:lvl7pPr algn="l">
              <a:defRPr sz="3150" b="1">
                <a:solidFill>
                  <a:srgbClr val="FFFDFC"/>
                </a:solidFill>
              </a:defRPr>
            </a:lvl7pPr>
            <a:lvl8pPr algn="l">
              <a:defRPr sz="3150" b="1">
                <a:solidFill>
                  <a:srgbClr val="FFFDFC"/>
                </a:solidFill>
              </a:defRPr>
            </a:lvl8pPr>
            <a:lvl9pPr algn="l">
              <a:defRPr sz="3150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FDFC"/>
                </a:solidFill>
              </a:defRPr>
            </a:pPr>
            <a:r>
              <a:rPr sz="3150" b="1">
                <a:solidFill>
                  <a:srgbClr val="FFFDFC"/>
                </a:solidFill>
              </a:rPr>
              <a:t>Testing e integración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C3F4A-BD0E-4DE9-9070-32BA791C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028C8-2AD0-4919-90CC-99C759AC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B9ADA2"/>
                </a:solidFill>
              </a:defRPr>
            </a:defPPr>
            <a:lvl1pPr algn="l">
              <a:defRPr sz="900" b="0">
                <a:solidFill>
                  <a:srgbClr val="B9ADA2"/>
                </a:solidFill>
              </a:defRPr>
            </a:lvl1pPr>
            <a:lvl2pPr algn="l">
              <a:defRPr sz="900" b="0">
                <a:solidFill>
                  <a:srgbClr val="B9ADA2"/>
                </a:solidFill>
              </a:defRPr>
            </a:lvl2pPr>
            <a:lvl3pPr algn="l">
              <a:defRPr sz="900" b="0">
                <a:solidFill>
                  <a:srgbClr val="B9ADA2"/>
                </a:solidFill>
              </a:defRPr>
            </a:lvl3pPr>
            <a:lvl4pPr algn="l">
              <a:defRPr sz="900" b="0">
                <a:solidFill>
                  <a:srgbClr val="B9ADA2"/>
                </a:solidFill>
              </a:defRPr>
            </a:lvl4pPr>
            <a:lvl5pPr algn="l">
              <a:defRPr sz="900" b="0">
                <a:solidFill>
                  <a:srgbClr val="B9ADA2"/>
                </a:solidFill>
              </a:defRPr>
            </a:lvl5pPr>
            <a:lvl6pPr algn="l">
              <a:defRPr sz="900" b="0">
                <a:solidFill>
                  <a:srgbClr val="B9ADA2"/>
                </a:solidFill>
              </a:defRPr>
            </a:lvl6pPr>
            <a:lvl7pPr algn="l">
              <a:defRPr sz="900" b="0">
                <a:solidFill>
                  <a:srgbClr val="B9ADA2"/>
                </a:solidFill>
              </a:defRPr>
            </a:lvl7pPr>
            <a:lvl8pPr algn="l">
              <a:defRPr sz="900" b="0">
                <a:solidFill>
                  <a:srgbClr val="B9ADA2"/>
                </a:solidFill>
              </a:defRPr>
            </a:lvl8pPr>
            <a:lvl9pPr algn="l">
              <a:defRPr sz="900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B9ADA2"/>
                </a:solidFill>
              </a:defRPr>
            </a:pPr>
            <a:r>
              <a:rPr sz="900" b="0">
                <a:solidFill>
                  <a:srgbClr val="B9ADA2"/>
                </a:solidFill>
              </a:rPr>
              <a:t>CoffeeQueue · TP DevOps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86CAE-978A-453F-B3F9-7CF93B44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B9ADA2"/>
                </a:solidFill>
              </a:defRPr>
            </a:defPPr>
            <a:lvl1pPr algn="r">
              <a:defRPr sz="900" b="1">
                <a:solidFill>
                  <a:srgbClr val="B9ADA2"/>
                </a:solidFill>
              </a:defRPr>
            </a:lvl1pPr>
            <a:lvl2pPr algn="r">
              <a:defRPr sz="900" b="1">
                <a:solidFill>
                  <a:srgbClr val="B9ADA2"/>
                </a:solidFill>
              </a:defRPr>
            </a:lvl2pPr>
            <a:lvl3pPr algn="r">
              <a:defRPr sz="900" b="1">
                <a:solidFill>
                  <a:srgbClr val="B9ADA2"/>
                </a:solidFill>
              </a:defRPr>
            </a:lvl3pPr>
            <a:lvl4pPr algn="r">
              <a:defRPr sz="900" b="1">
                <a:solidFill>
                  <a:srgbClr val="B9ADA2"/>
                </a:solidFill>
              </a:defRPr>
            </a:lvl4pPr>
            <a:lvl5pPr algn="r">
              <a:defRPr sz="900" b="1">
                <a:solidFill>
                  <a:srgbClr val="B9ADA2"/>
                </a:solidFill>
              </a:defRPr>
            </a:lvl5pPr>
            <a:lvl6pPr algn="r">
              <a:defRPr sz="900" b="1">
                <a:solidFill>
                  <a:srgbClr val="B9ADA2"/>
                </a:solidFill>
              </a:defRPr>
            </a:lvl6pPr>
            <a:lvl7pPr algn="r">
              <a:defRPr sz="900" b="1">
                <a:solidFill>
                  <a:srgbClr val="B9ADA2"/>
                </a:solidFill>
              </a:defRPr>
            </a:lvl7pPr>
            <a:lvl8pPr algn="r">
              <a:defRPr sz="900" b="1">
                <a:solidFill>
                  <a:srgbClr val="B9ADA2"/>
                </a:solidFill>
              </a:defRPr>
            </a:lvl8pPr>
            <a:lvl9pPr algn="r">
              <a:defRPr sz="900" b="1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B9ADA2"/>
                </a:solidFill>
              </a:defRPr>
            </a:pPr>
            <a:r>
              <a:rPr sz="900" b="1">
                <a:solidFill>
                  <a:srgbClr val="B9ADA2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F2CE5-FF8D-4758-86F7-FC471D99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F4E8D8"/>
                </a:solidFill>
              </a:defRPr>
            </a:defPPr>
            <a:lvl1pPr algn="l">
              <a:defRPr sz="1800" b="0">
                <a:solidFill>
                  <a:srgbClr val="F4E8D8"/>
                </a:solidFill>
              </a:defRPr>
            </a:lvl1pPr>
            <a:lvl2pPr algn="l">
              <a:defRPr sz="1800" b="0">
                <a:solidFill>
                  <a:srgbClr val="F4E8D8"/>
                </a:solidFill>
              </a:defRPr>
            </a:lvl2pPr>
            <a:lvl3pPr algn="l">
              <a:defRPr sz="1800" b="0">
                <a:solidFill>
                  <a:srgbClr val="F4E8D8"/>
                </a:solidFill>
              </a:defRPr>
            </a:lvl3pPr>
            <a:lvl4pPr algn="l">
              <a:defRPr sz="1800" b="0">
                <a:solidFill>
                  <a:srgbClr val="F4E8D8"/>
                </a:solidFill>
              </a:defRPr>
            </a:lvl4pPr>
            <a:lvl5pPr algn="l">
              <a:defRPr sz="1800" b="0">
                <a:solidFill>
                  <a:srgbClr val="F4E8D8"/>
                </a:solidFill>
              </a:defRPr>
            </a:lvl5pPr>
            <a:lvl6pPr algn="l">
              <a:defRPr sz="1800" b="0">
                <a:solidFill>
                  <a:srgbClr val="F4E8D8"/>
                </a:solidFill>
              </a:defRPr>
            </a:lvl6pPr>
            <a:lvl7pPr algn="l">
              <a:defRPr sz="1800" b="0">
                <a:solidFill>
                  <a:srgbClr val="F4E8D8"/>
                </a:solidFill>
              </a:defRPr>
            </a:lvl7pPr>
            <a:lvl8pPr algn="l">
              <a:defRPr sz="1800" b="0">
                <a:solidFill>
                  <a:srgbClr val="F4E8D8"/>
                </a:solidFill>
              </a:defRPr>
            </a:lvl8pPr>
            <a:lvl9pPr algn="l">
              <a:defRPr sz="1800" b="0">
                <a:solidFill>
                  <a:srgbClr val="F4E8D8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F4E8D8"/>
                </a:solidFill>
              </a:defRPr>
            </a:pPr>
            <a:r>
              <a:rPr sz="1800" b="0">
                <a:solidFill>
                  <a:srgbClr val="F4E8D8"/>
                </a:solidFill>
              </a:rPr>
              <a:t>Las pruebas cubren lógica, HTTP, persistencia y el reparto de tráfico.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14564-B2B8-412B-AA9F-E99DEFDD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476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19050">
            <a:solidFill>
              <a:srgbClr val="5FA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E1EFA-9B9F-45FC-8577-56E01686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9175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5FA8D3"/>
                </a:solidFill>
              </a:defRPr>
            </a:defPPr>
            <a:lvl1pPr algn="l">
              <a:defRPr sz="1350" b="1">
                <a:solidFill>
                  <a:srgbClr val="5FA8D3"/>
                </a:solidFill>
              </a:defRPr>
            </a:lvl1pPr>
            <a:lvl2pPr algn="l">
              <a:defRPr sz="1350" b="1">
                <a:solidFill>
                  <a:srgbClr val="5FA8D3"/>
                </a:solidFill>
              </a:defRPr>
            </a:lvl2pPr>
            <a:lvl3pPr algn="l">
              <a:defRPr sz="1350" b="1">
                <a:solidFill>
                  <a:srgbClr val="5FA8D3"/>
                </a:solidFill>
              </a:defRPr>
            </a:lvl3pPr>
            <a:lvl4pPr algn="l">
              <a:defRPr sz="1350" b="1">
                <a:solidFill>
                  <a:srgbClr val="5FA8D3"/>
                </a:solidFill>
              </a:defRPr>
            </a:lvl4pPr>
            <a:lvl5pPr algn="l">
              <a:defRPr sz="1350" b="1">
                <a:solidFill>
                  <a:srgbClr val="5FA8D3"/>
                </a:solidFill>
              </a:defRPr>
            </a:lvl5pPr>
            <a:lvl6pPr algn="l">
              <a:defRPr sz="1350" b="1">
                <a:solidFill>
                  <a:srgbClr val="5FA8D3"/>
                </a:solidFill>
              </a:defRPr>
            </a:lvl6pPr>
            <a:lvl7pPr algn="l">
              <a:defRPr sz="1350" b="1">
                <a:solidFill>
                  <a:srgbClr val="5FA8D3"/>
                </a:solidFill>
              </a:defRPr>
            </a:lvl7pPr>
            <a:lvl8pPr algn="l">
              <a:defRPr sz="1350" b="1">
                <a:solidFill>
                  <a:srgbClr val="5FA8D3"/>
                </a:solidFill>
              </a:defRPr>
            </a:lvl8pPr>
            <a:lvl9pPr algn="l">
              <a:defRPr sz="1350" b="1">
                <a:solidFill>
                  <a:srgbClr val="5FA8D3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5FA8D3"/>
                </a:solidFill>
              </a:defRPr>
            </a:pPr>
            <a:r>
              <a:rPr sz="1350" b="1">
                <a:solidFill>
                  <a:srgbClr val="5FA8D3"/>
                </a:solidFill>
              </a:rPr>
              <a:t>Validación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7AA73-8A97-4EAC-927D-DA3267DA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829175"/>
            <a:ext cx="300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B9ADA2"/>
                </a:solidFill>
              </a:defRPr>
            </a:defPPr>
            <a:lvl1pPr algn="l">
              <a:defRPr sz="1050" b="0">
                <a:solidFill>
                  <a:srgbClr val="B9ADA2"/>
                </a:solidFill>
              </a:defRPr>
            </a:lvl1pPr>
            <a:lvl2pPr algn="l">
              <a:defRPr sz="1050" b="0">
                <a:solidFill>
                  <a:srgbClr val="B9ADA2"/>
                </a:solidFill>
              </a:defRPr>
            </a:lvl2pPr>
            <a:lvl3pPr algn="l">
              <a:defRPr sz="1050" b="0">
                <a:solidFill>
                  <a:srgbClr val="B9ADA2"/>
                </a:solidFill>
              </a:defRPr>
            </a:lvl3pPr>
            <a:lvl4pPr algn="l">
              <a:defRPr sz="1050" b="0">
                <a:solidFill>
                  <a:srgbClr val="B9ADA2"/>
                </a:solidFill>
              </a:defRPr>
            </a:lvl4pPr>
            <a:lvl5pPr algn="l">
              <a:defRPr sz="1050" b="0">
                <a:solidFill>
                  <a:srgbClr val="B9ADA2"/>
                </a:solidFill>
              </a:defRPr>
            </a:lvl5pPr>
            <a:lvl6pPr algn="l">
              <a:defRPr sz="1050" b="0">
                <a:solidFill>
                  <a:srgbClr val="B9ADA2"/>
                </a:solidFill>
              </a:defRPr>
            </a:lvl6pPr>
            <a:lvl7pPr algn="l">
              <a:defRPr sz="1050" b="0">
                <a:solidFill>
                  <a:srgbClr val="B9ADA2"/>
                </a:solidFill>
              </a:defRPr>
            </a:lvl7pPr>
            <a:lvl8pPr algn="l">
              <a:defRPr sz="1050" b="0">
                <a:solidFill>
                  <a:srgbClr val="B9ADA2"/>
                </a:solidFill>
              </a:defRPr>
            </a:lvl8pPr>
            <a:lvl9pPr algn="l">
              <a:defRPr sz="1050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B9ADA2"/>
                </a:solidFill>
              </a:defRPr>
            </a:pPr>
            <a:r>
              <a:rPr sz="1050" b="0">
                <a:solidFill>
                  <a:srgbClr val="B9ADA2"/>
                </a:solidFill>
              </a:rPr>
              <a:t>Entradas, estados e identificadores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8E299-941C-4150-B913-F4D6A308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4286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19050">
            <a:solidFill>
              <a:srgbClr val="63C69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08457-C120-473A-AE8E-DF19D994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67175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63C69C"/>
                </a:solidFill>
              </a:defRPr>
            </a:defPPr>
            <a:lvl1pPr algn="l">
              <a:defRPr sz="1350" b="1">
                <a:solidFill>
                  <a:srgbClr val="63C69C"/>
                </a:solidFill>
              </a:defRPr>
            </a:lvl1pPr>
            <a:lvl2pPr algn="l">
              <a:defRPr sz="1350" b="1">
                <a:solidFill>
                  <a:srgbClr val="63C69C"/>
                </a:solidFill>
              </a:defRPr>
            </a:lvl2pPr>
            <a:lvl3pPr algn="l">
              <a:defRPr sz="1350" b="1">
                <a:solidFill>
                  <a:srgbClr val="63C69C"/>
                </a:solidFill>
              </a:defRPr>
            </a:lvl3pPr>
            <a:lvl4pPr algn="l">
              <a:defRPr sz="1350" b="1">
                <a:solidFill>
                  <a:srgbClr val="63C69C"/>
                </a:solidFill>
              </a:defRPr>
            </a:lvl4pPr>
            <a:lvl5pPr algn="l">
              <a:defRPr sz="1350" b="1">
                <a:solidFill>
                  <a:srgbClr val="63C69C"/>
                </a:solidFill>
              </a:defRPr>
            </a:lvl5pPr>
            <a:lvl6pPr algn="l">
              <a:defRPr sz="1350" b="1">
                <a:solidFill>
                  <a:srgbClr val="63C69C"/>
                </a:solidFill>
              </a:defRPr>
            </a:lvl6pPr>
            <a:lvl7pPr algn="l">
              <a:defRPr sz="1350" b="1">
                <a:solidFill>
                  <a:srgbClr val="63C69C"/>
                </a:solidFill>
              </a:defRPr>
            </a:lvl7pPr>
            <a:lvl8pPr algn="l">
              <a:defRPr sz="1350" b="1">
                <a:solidFill>
                  <a:srgbClr val="63C69C"/>
                </a:solidFill>
              </a:defRPr>
            </a:lvl8pPr>
            <a:lvl9pPr algn="l">
              <a:defRPr sz="1350" b="1">
                <a:solidFill>
                  <a:srgbClr val="63C69C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3C69C"/>
                </a:solidFill>
              </a:defRPr>
            </a:pPr>
            <a:r>
              <a:rPr sz="1350" b="1">
                <a:solidFill>
                  <a:srgbClr val="63C69C"/>
                </a:solidFill>
              </a:rPr>
              <a:t>API HTTP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FD8DF-135F-4221-837F-7B50E45B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67175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B9ADA2"/>
                </a:solidFill>
              </a:defRPr>
            </a:defPPr>
            <a:lvl1pPr algn="l">
              <a:defRPr sz="1050" b="0">
                <a:solidFill>
                  <a:srgbClr val="B9ADA2"/>
                </a:solidFill>
              </a:defRPr>
            </a:lvl1pPr>
            <a:lvl2pPr algn="l">
              <a:defRPr sz="1050" b="0">
                <a:solidFill>
                  <a:srgbClr val="B9ADA2"/>
                </a:solidFill>
              </a:defRPr>
            </a:lvl2pPr>
            <a:lvl3pPr algn="l">
              <a:defRPr sz="1050" b="0">
                <a:solidFill>
                  <a:srgbClr val="B9ADA2"/>
                </a:solidFill>
              </a:defRPr>
            </a:lvl3pPr>
            <a:lvl4pPr algn="l">
              <a:defRPr sz="1050" b="0">
                <a:solidFill>
                  <a:srgbClr val="B9ADA2"/>
                </a:solidFill>
              </a:defRPr>
            </a:lvl4pPr>
            <a:lvl5pPr algn="l">
              <a:defRPr sz="1050" b="0">
                <a:solidFill>
                  <a:srgbClr val="B9ADA2"/>
                </a:solidFill>
              </a:defRPr>
            </a:lvl5pPr>
            <a:lvl6pPr algn="l">
              <a:defRPr sz="1050" b="0">
                <a:solidFill>
                  <a:srgbClr val="B9ADA2"/>
                </a:solidFill>
              </a:defRPr>
            </a:lvl6pPr>
            <a:lvl7pPr algn="l">
              <a:defRPr sz="1050" b="0">
                <a:solidFill>
                  <a:srgbClr val="B9ADA2"/>
                </a:solidFill>
              </a:defRPr>
            </a:lvl7pPr>
            <a:lvl8pPr algn="l">
              <a:defRPr sz="1050" b="0">
                <a:solidFill>
                  <a:srgbClr val="B9ADA2"/>
                </a:solidFill>
              </a:defRPr>
            </a:lvl8pPr>
            <a:lvl9pPr algn="l">
              <a:defRPr sz="1050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B9ADA2"/>
                </a:solidFill>
              </a:defRPr>
            </a:pPr>
            <a:r>
              <a:rPr sz="1050" b="0">
                <a:solidFill>
                  <a:srgbClr val="B9ADA2"/>
                </a:solidFill>
              </a:rPr>
              <a:t>Respuestas, errores y réplica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15251-0BE6-49D4-9B6D-295AD154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0"/>
            <a:ext cx="3810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19050">
            <a:solidFill>
              <a:srgbClr val="E3B4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E205C0-17A9-49FD-80A2-04FE50E0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05175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E3B45E"/>
                </a:solidFill>
              </a:defRPr>
            </a:defPPr>
            <a:lvl1pPr algn="l">
              <a:defRPr sz="1350" b="1">
                <a:solidFill>
                  <a:srgbClr val="E3B45E"/>
                </a:solidFill>
              </a:defRPr>
            </a:lvl1pPr>
            <a:lvl2pPr algn="l">
              <a:defRPr sz="1350" b="1">
                <a:solidFill>
                  <a:srgbClr val="E3B45E"/>
                </a:solidFill>
              </a:defRPr>
            </a:lvl2pPr>
            <a:lvl3pPr algn="l">
              <a:defRPr sz="1350" b="1">
                <a:solidFill>
                  <a:srgbClr val="E3B45E"/>
                </a:solidFill>
              </a:defRPr>
            </a:lvl3pPr>
            <a:lvl4pPr algn="l">
              <a:defRPr sz="1350" b="1">
                <a:solidFill>
                  <a:srgbClr val="E3B45E"/>
                </a:solidFill>
              </a:defRPr>
            </a:lvl4pPr>
            <a:lvl5pPr algn="l">
              <a:defRPr sz="1350" b="1">
                <a:solidFill>
                  <a:srgbClr val="E3B45E"/>
                </a:solidFill>
              </a:defRPr>
            </a:lvl5pPr>
            <a:lvl6pPr algn="l">
              <a:defRPr sz="1350" b="1">
                <a:solidFill>
                  <a:srgbClr val="E3B45E"/>
                </a:solidFill>
              </a:defRPr>
            </a:lvl6pPr>
            <a:lvl7pPr algn="l">
              <a:defRPr sz="1350" b="1">
                <a:solidFill>
                  <a:srgbClr val="E3B45E"/>
                </a:solidFill>
              </a:defRPr>
            </a:lvl7pPr>
            <a:lvl8pPr algn="l">
              <a:defRPr sz="1350" b="1">
                <a:solidFill>
                  <a:srgbClr val="E3B45E"/>
                </a:solidFill>
              </a:defRPr>
            </a:lvl8pPr>
            <a:lvl9pPr algn="l">
              <a:defRPr sz="1350" b="1">
                <a:solidFill>
                  <a:srgbClr val="E3B45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E3B45E"/>
                </a:solidFill>
              </a:defRPr>
            </a:pPr>
            <a:r>
              <a:rPr sz="1350" b="1">
                <a:solidFill>
                  <a:srgbClr val="E3B45E"/>
                </a:solidFill>
              </a:rPr>
              <a:t>Integración Redis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73DACC-409E-41CF-952D-8C3D0567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0517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B9ADA2"/>
                </a:solidFill>
              </a:defRPr>
            </a:defPPr>
            <a:lvl1pPr algn="l">
              <a:defRPr sz="1050" b="0">
                <a:solidFill>
                  <a:srgbClr val="B9ADA2"/>
                </a:solidFill>
              </a:defRPr>
            </a:lvl1pPr>
            <a:lvl2pPr algn="l">
              <a:defRPr sz="1050" b="0">
                <a:solidFill>
                  <a:srgbClr val="B9ADA2"/>
                </a:solidFill>
              </a:defRPr>
            </a:lvl2pPr>
            <a:lvl3pPr algn="l">
              <a:defRPr sz="1050" b="0">
                <a:solidFill>
                  <a:srgbClr val="B9ADA2"/>
                </a:solidFill>
              </a:defRPr>
            </a:lvl3pPr>
            <a:lvl4pPr algn="l">
              <a:defRPr sz="1050" b="0">
                <a:solidFill>
                  <a:srgbClr val="B9ADA2"/>
                </a:solidFill>
              </a:defRPr>
            </a:lvl4pPr>
            <a:lvl5pPr algn="l">
              <a:defRPr sz="1050" b="0">
                <a:solidFill>
                  <a:srgbClr val="B9ADA2"/>
                </a:solidFill>
              </a:defRPr>
            </a:lvl5pPr>
            <a:lvl6pPr algn="l">
              <a:defRPr sz="1050" b="0">
                <a:solidFill>
                  <a:srgbClr val="B9ADA2"/>
                </a:solidFill>
              </a:defRPr>
            </a:lvl6pPr>
            <a:lvl7pPr algn="l">
              <a:defRPr sz="1050" b="0">
                <a:solidFill>
                  <a:srgbClr val="B9ADA2"/>
                </a:solidFill>
              </a:defRPr>
            </a:lvl7pPr>
            <a:lvl8pPr algn="l">
              <a:defRPr sz="1050" b="0">
                <a:solidFill>
                  <a:srgbClr val="B9ADA2"/>
                </a:solidFill>
              </a:defRPr>
            </a:lvl8pPr>
            <a:lvl9pPr algn="l">
              <a:defRPr sz="1050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B9ADA2"/>
                </a:solidFill>
              </a:defRPr>
            </a:pPr>
            <a:r>
              <a:rPr sz="1050" b="0">
                <a:solidFill>
                  <a:srgbClr val="B9ADA2"/>
                </a:solidFill>
              </a:rPr>
              <a:t>CRUD, colas y concurrencia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A17DE8-8A44-43E1-809B-0A9761EA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76500"/>
            <a:ext cx="3333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19050">
            <a:solidFill>
              <a:srgbClr val="C47A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55D1E3-DB09-4A90-8D25-287FFE55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43175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C47A45"/>
                </a:solidFill>
              </a:defRPr>
            </a:defPPr>
            <a:lvl1pPr algn="l">
              <a:defRPr sz="1350" b="1">
                <a:solidFill>
                  <a:srgbClr val="C47A45"/>
                </a:solidFill>
              </a:defRPr>
            </a:lvl1pPr>
            <a:lvl2pPr algn="l">
              <a:defRPr sz="1350" b="1">
                <a:solidFill>
                  <a:srgbClr val="C47A45"/>
                </a:solidFill>
              </a:defRPr>
            </a:lvl2pPr>
            <a:lvl3pPr algn="l">
              <a:defRPr sz="1350" b="1">
                <a:solidFill>
                  <a:srgbClr val="C47A45"/>
                </a:solidFill>
              </a:defRPr>
            </a:lvl3pPr>
            <a:lvl4pPr algn="l">
              <a:defRPr sz="1350" b="1">
                <a:solidFill>
                  <a:srgbClr val="C47A45"/>
                </a:solidFill>
              </a:defRPr>
            </a:lvl4pPr>
            <a:lvl5pPr algn="l">
              <a:defRPr sz="1350" b="1">
                <a:solidFill>
                  <a:srgbClr val="C47A45"/>
                </a:solidFill>
              </a:defRPr>
            </a:lvl5pPr>
            <a:lvl6pPr algn="l">
              <a:defRPr sz="1350" b="1">
                <a:solidFill>
                  <a:srgbClr val="C47A45"/>
                </a:solidFill>
              </a:defRPr>
            </a:lvl6pPr>
            <a:lvl7pPr algn="l">
              <a:defRPr sz="1350" b="1">
                <a:solidFill>
                  <a:srgbClr val="C47A45"/>
                </a:solidFill>
              </a:defRPr>
            </a:lvl7pPr>
            <a:lvl8pPr algn="l">
              <a:defRPr sz="1350" b="1">
                <a:solidFill>
                  <a:srgbClr val="C47A45"/>
                </a:solidFill>
              </a:defRPr>
            </a:lvl8pPr>
            <a:lvl9pPr algn="l">
              <a:defRPr sz="1350" b="1">
                <a:solidFill>
                  <a:srgbClr val="C47A4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C47A45"/>
                </a:solidFill>
              </a:defRPr>
            </a:pPr>
            <a:r>
              <a:rPr sz="1350" b="1">
                <a:solidFill>
                  <a:srgbClr val="C47A45"/>
                </a:solidFill>
              </a:rPr>
              <a:t>Canary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76F45D-17C9-4A0A-98B0-90F2882A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43175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B9ADA2"/>
                </a:solidFill>
              </a:defRPr>
            </a:defPPr>
            <a:lvl1pPr algn="l">
              <a:defRPr sz="1050" b="0">
                <a:solidFill>
                  <a:srgbClr val="B9ADA2"/>
                </a:solidFill>
              </a:defRPr>
            </a:lvl1pPr>
            <a:lvl2pPr algn="l">
              <a:defRPr sz="1050" b="0">
                <a:solidFill>
                  <a:srgbClr val="B9ADA2"/>
                </a:solidFill>
              </a:defRPr>
            </a:lvl2pPr>
            <a:lvl3pPr algn="l">
              <a:defRPr sz="1050" b="0">
                <a:solidFill>
                  <a:srgbClr val="B9ADA2"/>
                </a:solidFill>
              </a:defRPr>
            </a:lvl3pPr>
            <a:lvl4pPr algn="l">
              <a:defRPr sz="1050" b="0">
                <a:solidFill>
                  <a:srgbClr val="B9ADA2"/>
                </a:solidFill>
              </a:defRPr>
            </a:lvl4pPr>
            <a:lvl5pPr algn="l">
              <a:defRPr sz="1050" b="0">
                <a:solidFill>
                  <a:srgbClr val="B9ADA2"/>
                </a:solidFill>
              </a:defRPr>
            </a:lvl5pPr>
            <a:lvl6pPr algn="l">
              <a:defRPr sz="1050" b="0">
                <a:solidFill>
                  <a:srgbClr val="B9ADA2"/>
                </a:solidFill>
              </a:defRPr>
            </a:lvl6pPr>
            <a:lvl7pPr algn="l">
              <a:defRPr sz="1050" b="0">
                <a:solidFill>
                  <a:srgbClr val="B9ADA2"/>
                </a:solidFill>
              </a:defRPr>
            </a:lvl7pPr>
            <a:lvl8pPr algn="l">
              <a:defRPr sz="1050" b="0">
                <a:solidFill>
                  <a:srgbClr val="B9ADA2"/>
                </a:solidFill>
              </a:defRPr>
            </a:lvl8pPr>
            <a:lvl9pPr algn="l">
              <a:defRPr sz="1050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B9ADA2"/>
                </a:solidFill>
              </a:defRPr>
            </a:pPr>
            <a:r>
              <a:rPr sz="1050" b="0">
                <a:solidFill>
                  <a:srgbClr val="B9ADA2"/>
                </a:solidFill>
              </a:rPr>
              <a:t>1000 solicitudes y cabecera de versión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EFEC3B-4D86-44BA-8138-14215DE2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4191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4A3E3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164C89-9F15-45FA-BCF5-00BCFC32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6667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FA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F65BE5-F97A-483E-9F77-8A8AB37A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7170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DFC"/>
                </a:solidFill>
              </a:defRPr>
            </a:defPPr>
            <a:lvl1pPr algn="l">
              <a:defRPr sz="1575" b="1">
                <a:solidFill>
                  <a:srgbClr val="FFFDFC"/>
                </a:solidFill>
              </a:defRPr>
            </a:lvl1pPr>
            <a:lvl2pPr algn="l">
              <a:defRPr sz="1575" b="1">
                <a:solidFill>
                  <a:srgbClr val="FFFDFC"/>
                </a:solidFill>
              </a:defRPr>
            </a:lvl2pPr>
            <a:lvl3pPr algn="l">
              <a:defRPr sz="1575" b="1">
                <a:solidFill>
                  <a:srgbClr val="FFFDFC"/>
                </a:solidFill>
              </a:defRPr>
            </a:lvl3pPr>
            <a:lvl4pPr algn="l">
              <a:defRPr sz="1575" b="1">
                <a:solidFill>
                  <a:srgbClr val="FFFDFC"/>
                </a:solidFill>
              </a:defRPr>
            </a:lvl4pPr>
            <a:lvl5pPr algn="l">
              <a:defRPr sz="1575" b="1">
                <a:solidFill>
                  <a:srgbClr val="FFFDFC"/>
                </a:solidFill>
              </a:defRPr>
            </a:lvl5pPr>
            <a:lvl6pPr algn="l">
              <a:defRPr sz="1575" b="1">
                <a:solidFill>
                  <a:srgbClr val="FFFDFC"/>
                </a:solidFill>
              </a:defRPr>
            </a:lvl6pPr>
            <a:lvl7pPr algn="l">
              <a:defRPr sz="1575" b="1">
                <a:solidFill>
                  <a:srgbClr val="FFFDFC"/>
                </a:solidFill>
              </a:defRPr>
            </a:lvl7pPr>
            <a:lvl8pPr algn="l">
              <a:defRPr sz="1575" b="1">
                <a:solidFill>
                  <a:srgbClr val="FFFDFC"/>
                </a:solidFill>
              </a:defRPr>
            </a:lvl8pPr>
            <a:lvl9pPr algn="l">
              <a:defRPr sz="157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DFC"/>
                </a:solidFill>
              </a:defRPr>
            </a:pPr>
            <a:r>
              <a:rPr sz="1575" b="1">
                <a:solidFill>
                  <a:srgbClr val="FFFDFC"/>
                </a:solidFill>
              </a:rPr>
              <a:t>Frontend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10AF77-65A8-4674-BE72-11DD5517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66975"/>
            <a:ext cx="3886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ADA2"/>
                </a:solidFill>
              </a:defRPr>
            </a:defPPr>
            <a:lvl1pPr algn="l">
              <a:defRPr sz="1125" b="0">
                <a:solidFill>
                  <a:srgbClr val="B9ADA2"/>
                </a:solidFill>
              </a:defRPr>
            </a:lvl1pPr>
            <a:lvl2pPr algn="l">
              <a:defRPr sz="1125" b="0">
                <a:solidFill>
                  <a:srgbClr val="B9ADA2"/>
                </a:solidFill>
              </a:defRPr>
            </a:lvl2pPr>
            <a:lvl3pPr algn="l">
              <a:defRPr sz="1125" b="0">
                <a:solidFill>
                  <a:srgbClr val="B9ADA2"/>
                </a:solidFill>
              </a:defRPr>
            </a:lvl3pPr>
            <a:lvl4pPr algn="l">
              <a:defRPr sz="1125" b="0">
                <a:solidFill>
                  <a:srgbClr val="B9ADA2"/>
                </a:solidFill>
              </a:defRPr>
            </a:lvl4pPr>
            <a:lvl5pPr algn="l">
              <a:defRPr sz="1125" b="0">
                <a:solidFill>
                  <a:srgbClr val="B9ADA2"/>
                </a:solidFill>
              </a:defRPr>
            </a:lvl5pPr>
            <a:lvl6pPr algn="l">
              <a:defRPr sz="1125" b="0">
                <a:solidFill>
                  <a:srgbClr val="B9ADA2"/>
                </a:solidFill>
              </a:defRPr>
            </a:lvl6pPr>
            <a:lvl7pPr algn="l">
              <a:defRPr sz="1125" b="0">
                <a:solidFill>
                  <a:srgbClr val="B9ADA2"/>
                </a:solidFill>
              </a:defRPr>
            </a:lvl7pPr>
            <a:lvl8pPr algn="l">
              <a:defRPr sz="1125" b="0">
                <a:solidFill>
                  <a:srgbClr val="B9ADA2"/>
                </a:solidFill>
              </a:defRPr>
            </a:lvl8pPr>
            <a:lvl9pPr algn="l">
              <a:defRPr sz="11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ADA2"/>
                </a:solidFill>
              </a:defRPr>
            </a:pPr>
            <a:r>
              <a:rPr sz="1125" b="0">
                <a:solidFill>
                  <a:srgbClr val="B9ADA2"/>
                </a:solidFill>
              </a:rPr>
              <a:t>npm run lint · npm run build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B0AEAF-3BE6-44C1-ACE9-7BB29017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76600"/>
            <a:ext cx="4191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4A3E3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0AB324-F2D8-44B7-94CB-F8E0D411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76600"/>
            <a:ext cx="6667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C6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FAC801-CA33-4A5D-B10E-BB23BC2E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9090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DFC"/>
                </a:solidFill>
              </a:defRPr>
            </a:defPPr>
            <a:lvl1pPr algn="l">
              <a:defRPr sz="1575" b="1">
                <a:solidFill>
                  <a:srgbClr val="FFFDFC"/>
                </a:solidFill>
              </a:defRPr>
            </a:lvl1pPr>
            <a:lvl2pPr algn="l">
              <a:defRPr sz="1575" b="1">
                <a:solidFill>
                  <a:srgbClr val="FFFDFC"/>
                </a:solidFill>
              </a:defRPr>
            </a:lvl2pPr>
            <a:lvl3pPr algn="l">
              <a:defRPr sz="1575" b="1">
                <a:solidFill>
                  <a:srgbClr val="FFFDFC"/>
                </a:solidFill>
              </a:defRPr>
            </a:lvl3pPr>
            <a:lvl4pPr algn="l">
              <a:defRPr sz="1575" b="1">
                <a:solidFill>
                  <a:srgbClr val="FFFDFC"/>
                </a:solidFill>
              </a:defRPr>
            </a:lvl4pPr>
            <a:lvl5pPr algn="l">
              <a:defRPr sz="1575" b="1">
                <a:solidFill>
                  <a:srgbClr val="FFFDFC"/>
                </a:solidFill>
              </a:defRPr>
            </a:lvl5pPr>
            <a:lvl6pPr algn="l">
              <a:defRPr sz="1575" b="1">
                <a:solidFill>
                  <a:srgbClr val="FFFDFC"/>
                </a:solidFill>
              </a:defRPr>
            </a:lvl6pPr>
            <a:lvl7pPr algn="l">
              <a:defRPr sz="1575" b="1">
                <a:solidFill>
                  <a:srgbClr val="FFFDFC"/>
                </a:solidFill>
              </a:defRPr>
            </a:lvl7pPr>
            <a:lvl8pPr algn="l">
              <a:defRPr sz="1575" b="1">
                <a:solidFill>
                  <a:srgbClr val="FFFDFC"/>
                </a:solidFill>
              </a:defRPr>
            </a:lvl8pPr>
            <a:lvl9pPr algn="l">
              <a:defRPr sz="157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DFC"/>
                </a:solidFill>
              </a:defRPr>
            </a:pPr>
            <a:r>
              <a:rPr sz="1575" b="1">
                <a:solidFill>
                  <a:srgbClr val="FFFDFC"/>
                </a:solidFill>
              </a:rPr>
              <a:t>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B3DF9A-1D9E-4887-82A3-6C8B8DBD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86175"/>
            <a:ext cx="3886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ADA2"/>
                </a:solidFill>
              </a:defRPr>
            </a:defPPr>
            <a:lvl1pPr algn="l">
              <a:defRPr sz="1125" b="0">
                <a:solidFill>
                  <a:srgbClr val="B9ADA2"/>
                </a:solidFill>
              </a:defRPr>
            </a:lvl1pPr>
            <a:lvl2pPr algn="l">
              <a:defRPr sz="1125" b="0">
                <a:solidFill>
                  <a:srgbClr val="B9ADA2"/>
                </a:solidFill>
              </a:defRPr>
            </a:lvl2pPr>
            <a:lvl3pPr algn="l">
              <a:defRPr sz="1125" b="0">
                <a:solidFill>
                  <a:srgbClr val="B9ADA2"/>
                </a:solidFill>
              </a:defRPr>
            </a:lvl3pPr>
            <a:lvl4pPr algn="l">
              <a:defRPr sz="1125" b="0">
                <a:solidFill>
                  <a:srgbClr val="B9ADA2"/>
                </a:solidFill>
              </a:defRPr>
            </a:lvl4pPr>
            <a:lvl5pPr algn="l">
              <a:defRPr sz="1125" b="0">
                <a:solidFill>
                  <a:srgbClr val="B9ADA2"/>
                </a:solidFill>
              </a:defRPr>
            </a:lvl5pPr>
            <a:lvl6pPr algn="l">
              <a:defRPr sz="1125" b="0">
                <a:solidFill>
                  <a:srgbClr val="B9ADA2"/>
                </a:solidFill>
              </a:defRPr>
            </a:lvl6pPr>
            <a:lvl7pPr algn="l">
              <a:defRPr sz="1125" b="0">
                <a:solidFill>
                  <a:srgbClr val="B9ADA2"/>
                </a:solidFill>
              </a:defRPr>
            </a:lvl7pPr>
            <a:lvl8pPr algn="l">
              <a:defRPr sz="1125" b="0">
                <a:solidFill>
                  <a:srgbClr val="B9ADA2"/>
                </a:solidFill>
              </a:defRPr>
            </a:lvl8pPr>
            <a:lvl9pPr algn="l">
              <a:defRPr sz="11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ADA2"/>
                </a:solidFill>
              </a:defRPr>
            </a:pPr>
            <a:r>
              <a:rPr sz="1125" b="0">
                <a:solidFill>
                  <a:srgbClr val="B9ADA2"/>
                </a:solidFill>
              </a:rPr>
              <a:t>npm test · test:integration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5719DF-9308-4985-8812-24F5BE50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95800"/>
            <a:ext cx="4191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4A3E3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C91851-3179-4ED1-936B-22B32F37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95800"/>
            <a:ext cx="6667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A0C6A1-DF9A-46F0-A5AE-31AC38D5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1010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DFC"/>
                </a:solidFill>
              </a:defRPr>
            </a:defPPr>
            <a:lvl1pPr algn="l">
              <a:defRPr sz="1575" b="1">
                <a:solidFill>
                  <a:srgbClr val="FFFDFC"/>
                </a:solidFill>
              </a:defRPr>
            </a:lvl1pPr>
            <a:lvl2pPr algn="l">
              <a:defRPr sz="1575" b="1">
                <a:solidFill>
                  <a:srgbClr val="FFFDFC"/>
                </a:solidFill>
              </a:defRPr>
            </a:lvl2pPr>
            <a:lvl3pPr algn="l">
              <a:defRPr sz="1575" b="1">
                <a:solidFill>
                  <a:srgbClr val="FFFDFC"/>
                </a:solidFill>
              </a:defRPr>
            </a:lvl3pPr>
            <a:lvl4pPr algn="l">
              <a:defRPr sz="1575" b="1">
                <a:solidFill>
                  <a:srgbClr val="FFFDFC"/>
                </a:solidFill>
              </a:defRPr>
            </a:lvl4pPr>
            <a:lvl5pPr algn="l">
              <a:defRPr sz="1575" b="1">
                <a:solidFill>
                  <a:srgbClr val="FFFDFC"/>
                </a:solidFill>
              </a:defRPr>
            </a:lvl5pPr>
            <a:lvl6pPr algn="l">
              <a:defRPr sz="1575" b="1">
                <a:solidFill>
                  <a:srgbClr val="FFFDFC"/>
                </a:solidFill>
              </a:defRPr>
            </a:lvl6pPr>
            <a:lvl7pPr algn="l">
              <a:defRPr sz="1575" b="1">
                <a:solidFill>
                  <a:srgbClr val="FFFDFC"/>
                </a:solidFill>
              </a:defRPr>
            </a:lvl7pPr>
            <a:lvl8pPr algn="l">
              <a:defRPr sz="1575" b="1">
                <a:solidFill>
                  <a:srgbClr val="FFFDFC"/>
                </a:solidFill>
              </a:defRPr>
            </a:lvl8pPr>
            <a:lvl9pPr algn="l">
              <a:defRPr sz="157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DFC"/>
                </a:solidFill>
              </a:defRPr>
            </a:pPr>
            <a:r>
              <a:rPr sz="1575" b="1">
                <a:solidFill>
                  <a:srgbClr val="FFFDFC"/>
                </a:solidFill>
              </a:rPr>
              <a:t>Canary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21771A-D700-4640-B750-C66E514C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3886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ADA2"/>
                </a:solidFill>
              </a:defRPr>
            </a:defPPr>
            <a:lvl1pPr algn="l">
              <a:defRPr sz="1125" b="0">
                <a:solidFill>
                  <a:srgbClr val="B9ADA2"/>
                </a:solidFill>
              </a:defRPr>
            </a:lvl1pPr>
            <a:lvl2pPr algn="l">
              <a:defRPr sz="1125" b="0">
                <a:solidFill>
                  <a:srgbClr val="B9ADA2"/>
                </a:solidFill>
              </a:defRPr>
            </a:lvl2pPr>
            <a:lvl3pPr algn="l">
              <a:defRPr sz="1125" b="0">
                <a:solidFill>
                  <a:srgbClr val="B9ADA2"/>
                </a:solidFill>
              </a:defRPr>
            </a:lvl3pPr>
            <a:lvl4pPr algn="l">
              <a:defRPr sz="1125" b="0">
                <a:solidFill>
                  <a:srgbClr val="B9ADA2"/>
                </a:solidFill>
              </a:defRPr>
            </a:lvl4pPr>
            <a:lvl5pPr algn="l">
              <a:defRPr sz="1125" b="0">
                <a:solidFill>
                  <a:srgbClr val="B9ADA2"/>
                </a:solidFill>
              </a:defRPr>
            </a:lvl5pPr>
            <a:lvl6pPr algn="l">
              <a:defRPr sz="1125" b="0">
                <a:solidFill>
                  <a:srgbClr val="B9ADA2"/>
                </a:solidFill>
              </a:defRPr>
            </a:lvl6pPr>
            <a:lvl7pPr algn="l">
              <a:defRPr sz="1125" b="0">
                <a:solidFill>
                  <a:srgbClr val="B9ADA2"/>
                </a:solidFill>
              </a:defRPr>
            </a:lvl7pPr>
            <a:lvl8pPr algn="l">
              <a:defRPr sz="1125" b="0">
                <a:solidFill>
                  <a:srgbClr val="B9ADA2"/>
                </a:solidFill>
              </a:defRPr>
            </a:lvl8pPr>
            <a:lvl9pPr algn="l">
              <a:defRPr sz="11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ADA2"/>
                </a:solidFill>
              </a:defRPr>
            </a:pPr>
            <a:r>
              <a:rPr sz="1125" b="0">
                <a:solidFill>
                  <a:srgbClr val="B9ADA2"/>
                </a:solidFill>
              </a:rPr>
              <a:t>test-canary.ps1 · tolerancia estadística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FA4811-C3FA-4F62-B89C-BE21490E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FFDFC"/>
                </a:solidFill>
              </a:defRPr>
            </a:defPPr>
            <a:lvl1pPr algn="l">
              <a:defRPr sz="1425" b="1">
                <a:solidFill>
                  <a:srgbClr val="FFFDFC"/>
                </a:solidFill>
              </a:defRPr>
            </a:lvl1pPr>
            <a:lvl2pPr algn="l">
              <a:defRPr sz="1425" b="1">
                <a:solidFill>
                  <a:srgbClr val="FFFDFC"/>
                </a:solidFill>
              </a:defRPr>
            </a:lvl2pPr>
            <a:lvl3pPr algn="l">
              <a:defRPr sz="1425" b="1">
                <a:solidFill>
                  <a:srgbClr val="FFFDFC"/>
                </a:solidFill>
              </a:defRPr>
            </a:lvl3pPr>
            <a:lvl4pPr algn="l">
              <a:defRPr sz="1425" b="1">
                <a:solidFill>
                  <a:srgbClr val="FFFDFC"/>
                </a:solidFill>
              </a:defRPr>
            </a:lvl4pPr>
            <a:lvl5pPr algn="l">
              <a:defRPr sz="1425" b="1">
                <a:solidFill>
                  <a:srgbClr val="FFFDFC"/>
                </a:solidFill>
              </a:defRPr>
            </a:lvl5pPr>
            <a:lvl6pPr algn="l">
              <a:defRPr sz="1425" b="1">
                <a:solidFill>
                  <a:srgbClr val="FFFDFC"/>
                </a:solidFill>
              </a:defRPr>
            </a:lvl6pPr>
            <a:lvl7pPr algn="l">
              <a:defRPr sz="1425" b="1">
                <a:solidFill>
                  <a:srgbClr val="FFFDFC"/>
                </a:solidFill>
              </a:defRPr>
            </a:lvl7pPr>
            <a:lvl8pPr algn="l">
              <a:defRPr sz="1425" b="1">
                <a:solidFill>
                  <a:srgbClr val="FFFDFC"/>
                </a:solidFill>
              </a:defRPr>
            </a:lvl8pPr>
            <a:lvl9pPr algn="l">
              <a:defRPr sz="142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DFC"/>
                </a:solidFill>
              </a:defRPr>
            </a:pPr>
            <a:r>
              <a:rPr sz="1425" b="1">
                <a:solidFill>
                  <a:srgbClr val="FFFDFC"/>
                </a:solidFill>
              </a:rPr>
              <a:t>La CI bloquea el build si las pruebas fallan.</a:t>
            </a:r>
          </a:p>
        </p:txBody>
      </p:sp>
    </p:spTree>
    <p:extLst>
      <p:ext uri="{BB962C8B-B14F-4D97-AF65-F5344CB8AC3E}">
        <p14:creationId xmlns:p14="http://schemas.microsoft.com/office/powerpoint/2010/main" val="14014480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6D4503-10A1-42AE-89CD-9196F191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C47A45"/>
                </a:solidFill>
              </a:defRPr>
            </a:defPPr>
            <a:lvl1pPr algn="l">
              <a:defRPr sz="1050" b="1">
                <a:solidFill>
                  <a:srgbClr val="C47A45"/>
                </a:solidFill>
              </a:defRPr>
            </a:lvl1pPr>
            <a:lvl2pPr algn="l">
              <a:defRPr sz="1050" b="1">
                <a:solidFill>
                  <a:srgbClr val="C47A45"/>
                </a:solidFill>
              </a:defRPr>
            </a:lvl2pPr>
            <a:lvl3pPr algn="l">
              <a:defRPr sz="1050" b="1">
                <a:solidFill>
                  <a:srgbClr val="C47A45"/>
                </a:solidFill>
              </a:defRPr>
            </a:lvl3pPr>
            <a:lvl4pPr algn="l">
              <a:defRPr sz="1050" b="1">
                <a:solidFill>
                  <a:srgbClr val="C47A45"/>
                </a:solidFill>
              </a:defRPr>
            </a:lvl4pPr>
            <a:lvl5pPr algn="l">
              <a:defRPr sz="1050" b="1">
                <a:solidFill>
                  <a:srgbClr val="C47A45"/>
                </a:solidFill>
              </a:defRPr>
            </a:lvl5pPr>
            <a:lvl6pPr algn="l">
              <a:defRPr sz="1050" b="1">
                <a:solidFill>
                  <a:srgbClr val="C47A45"/>
                </a:solidFill>
              </a:defRPr>
            </a:lvl6pPr>
            <a:lvl7pPr algn="l">
              <a:defRPr sz="1050" b="1">
                <a:solidFill>
                  <a:srgbClr val="C47A45"/>
                </a:solidFill>
              </a:defRPr>
            </a:lvl7pPr>
            <a:lvl8pPr algn="l">
              <a:defRPr sz="1050" b="1">
                <a:solidFill>
                  <a:srgbClr val="C47A45"/>
                </a:solidFill>
              </a:defRPr>
            </a:lvl8pPr>
            <a:lvl9pPr algn="l">
              <a:defRPr sz="1050" b="1">
                <a:solidFill>
                  <a:srgbClr val="C47A4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C47A45"/>
                </a:solidFill>
              </a:defRPr>
            </a:pPr>
            <a:r>
              <a:rPr sz="1050" b="1">
                <a:solidFill>
                  <a:srgbClr val="C47A45"/>
                </a:solidFill>
              </a:rPr>
              <a:t>AUTOMATIZACIÓN EXISTENTE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A7BCA-A700-4C65-8894-D47F3921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FFFDFC"/>
                </a:solidFill>
              </a:defRPr>
            </a:defPPr>
            <a:lvl1pPr algn="l">
              <a:defRPr sz="3150" b="1">
                <a:solidFill>
                  <a:srgbClr val="FFFDFC"/>
                </a:solidFill>
              </a:defRPr>
            </a:lvl1pPr>
            <a:lvl2pPr algn="l">
              <a:defRPr sz="3150" b="1">
                <a:solidFill>
                  <a:srgbClr val="FFFDFC"/>
                </a:solidFill>
              </a:defRPr>
            </a:lvl2pPr>
            <a:lvl3pPr algn="l">
              <a:defRPr sz="3150" b="1">
                <a:solidFill>
                  <a:srgbClr val="FFFDFC"/>
                </a:solidFill>
              </a:defRPr>
            </a:lvl3pPr>
            <a:lvl4pPr algn="l">
              <a:defRPr sz="3150" b="1">
                <a:solidFill>
                  <a:srgbClr val="FFFDFC"/>
                </a:solidFill>
              </a:defRPr>
            </a:lvl4pPr>
            <a:lvl5pPr algn="l">
              <a:defRPr sz="3150" b="1">
                <a:solidFill>
                  <a:srgbClr val="FFFDFC"/>
                </a:solidFill>
              </a:defRPr>
            </a:lvl5pPr>
            <a:lvl6pPr algn="l">
              <a:defRPr sz="3150" b="1">
                <a:solidFill>
                  <a:srgbClr val="FFFDFC"/>
                </a:solidFill>
              </a:defRPr>
            </a:lvl6pPr>
            <a:lvl7pPr algn="l">
              <a:defRPr sz="3150" b="1">
                <a:solidFill>
                  <a:srgbClr val="FFFDFC"/>
                </a:solidFill>
              </a:defRPr>
            </a:lvl7pPr>
            <a:lvl8pPr algn="l">
              <a:defRPr sz="3150" b="1">
                <a:solidFill>
                  <a:srgbClr val="FFFDFC"/>
                </a:solidFill>
              </a:defRPr>
            </a:lvl8pPr>
            <a:lvl9pPr algn="l">
              <a:defRPr sz="3150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FDFC"/>
                </a:solidFill>
              </a:defRPr>
            </a:pPr>
            <a:r>
              <a:rPr sz="3150" b="1">
                <a:solidFill>
                  <a:srgbClr val="FFFDFC"/>
                </a:solidFill>
              </a:rPr>
              <a:t>Pipeline CI/CD y seguridad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1E569-3C45-487D-A302-27AF82F9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11E03-45A1-4693-B71F-35A5C121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B9ADA2"/>
                </a:solidFill>
              </a:defRPr>
            </a:defPPr>
            <a:lvl1pPr algn="l">
              <a:defRPr sz="900" b="0">
                <a:solidFill>
                  <a:srgbClr val="B9ADA2"/>
                </a:solidFill>
              </a:defRPr>
            </a:lvl1pPr>
            <a:lvl2pPr algn="l">
              <a:defRPr sz="900" b="0">
                <a:solidFill>
                  <a:srgbClr val="B9ADA2"/>
                </a:solidFill>
              </a:defRPr>
            </a:lvl2pPr>
            <a:lvl3pPr algn="l">
              <a:defRPr sz="900" b="0">
                <a:solidFill>
                  <a:srgbClr val="B9ADA2"/>
                </a:solidFill>
              </a:defRPr>
            </a:lvl3pPr>
            <a:lvl4pPr algn="l">
              <a:defRPr sz="900" b="0">
                <a:solidFill>
                  <a:srgbClr val="B9ADA2"/>
                </a:solidFill>
              </a:defRPr>
            </a:lvl4pPr>
            <a:lvl5pPr algn="l">
              <a:defRPr sz="900" b="0">
                <a:solidFill>
                  <a:srgbClr val="B9ADA2"/>
                </a:solidFill>
              </a:defRPr>
            </a:lvl5pPr>
            <a:lvl6pPr algn="l">
              <a:defRPr sz="900" b="0">
                <a:solidFill>
                  <a:srgbClr val="B9ADA2"/>
                </a:solidFill>
              </a:defRPr>
            </a:lvl6pPr>
            <a:lvl7pPr algn="l">
              <a:defRPr sz="900" b="0">
                <a:solidFill>
                  <a:srgbClr val="B9ADA2"/>
                </a:solidFill>
              </a:defRPr>
            </a:lvl7pPr>
            <a:lvl8pPr algn="l">
              <a:defRPr sz="900" b="0">
                <a:solidFill>
                  <a:srgbClr val="B9ADA2"/>
                </a:solidFill>
              </a:defRPr>
            </a:lvl8pPr>
            <a:lvl9pPr algn="l">
              <a:defRPr sz="900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B9ADA2"/>
                </a:solidFill>
              </a:defRPr>
            </a:pPr>
            <a:r>
              <a:rPr sz="900" b="0">
                <a:solidFill>
                  <a:srgbClr val="B9ADA2"/>
                </a:solidFill>
              </a:rPr>
              <a:t>CoffeeQueue · TP DevOps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B66F1-F8E5-4BDE-83A2-3B1D4B0B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B9ADA2"/>
                </a:solidFill>
              </a:defRPr>
            </a:defPPr>
            <a:lvl1pPr algn="r">
              <a:defRPr sz="900" b="1">
                <a:solidFill>
                  <a:srgbClr val="B9ADA2"/>
                </a:solidFill>
              </a:defRPr>
            </a:lvl1pPr>
            <a:lvl2pPr algn="r">
              <a:defRPr sz="900" b="1">
                <a:solidFill>
                  <a:srgbClr val="B9ADA2"/>
                </a:solidFill>
              </a:defRPr>
            </a:lvl2pPr>
            <a:lvl3pPr algn="r">
              <a:defRPr sz="900" b="1">
                <a:solidFill>
                  <a:srgbClr val="B9ADA2"/>
                </a:solidFill>
              </a:defRPr>
            </a:lvl3pPr>
            <a:lvl4pPr algn="r">
              <a:defRPr sz="900" b="1">
                <a:solidFill>
                  <a:srgbClr val="B9ADA2"/>
                </a:solidFill>
              </a:defRPr>
            </a:lvl4pPr>
            <a:lvl5pPr algn="r">
              <a:defRPr sz="900" b="1">
                <a:solidFill>
                  <a:srgbClr val="B9ADA2"/>
                </a:solidFill>
              </a:defRPr>
            </a:lvl5pPr>
            <a:lvl6pPr algn="r">
              <a:defRPr sz="900" b="1">
                <a:solidFill>
                  <a:srgbClr val="B9ADA2"/>
                </a:solidFill>
              </a:defRPr>
            </a:lvl6pPr>
            <a:lvl7pPr algn="r">
              <a:defRPr sz="900" b="1">
                <a:solidFill>
                  <a:srgbClr val="B9ADA2"/>
                </a:solidFill>
              </a:defRPr>
            </a:lvl7pPr>
            <a:lvl8pPr algn="r">
              <a:defRPr sz="900" b="1">
                <a:solidFill>
                  <a:srgbClr val="B9ADA2"/>
                </a:solidFill>
              </a:defRPr>
            </a:lvl8pPr>
            <a:lvl9pPr algn="r">
              <a:defRPr sz="900" b="1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B9ADA2"/>
                </a:solidFill>
              </a:defRPr>
            </a:pPr>
            <a:r>
              <a:rPr sz="900" b="1">
                <a:solidFill>
                  <a:srgbClr val="B9ADA2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106E9-1207-46E0-AF3A-C2771226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B9ADA2"/>
                </a:solidFill>
              </a:defRPr>
            </a:defPPr>
            <a:lvl1pPr algn="ctr">
              <a:defRPr sz="1950" b="1">
                <a:solidFill>
                  <a:srgbClr val="B9ADA2"/>
                </a:solidFill>
              </a:defRPr>
            </a:lvl1pPr>
            <a:lvl2pPr algn="ctr">
              <a:defRPr sz="1950" b="1">
                <a:solidFill>
                  <a:srgbClr val="B9ADA2"/>
                </a:solidFill>
              </a:defRPr>
            </a:lvl2pPr>
            <a:lvl3pPr algn="ctr">
              <a:defRPr sz="1950" b="1">
                <a:solidFill>
                  <a:srgbClr val="B9ADA2"/>
                </a:solidFill>
              </a:defRPr>
            </a:lvl3pPr>
            <a:lvl4pPr algn="ctr">
              <a:defRPr sz="1950" b="1">
                <a:solidFill>
                  <a:srgbClr val="B9ADA2"/>
                </a:solidFill>
              </a:defRPr>
            </a:lvl4pPr>
            <a:lvl5pPr algn="ctr">
              <a:defRPr sz="1950" b="1">
                <a:solidFill>
                  <a:srgbClr val="B9ADA2"/>
                </a:solidFill>
              </a:defRPr>
            </a:lvl5pPr>
            <a:lvl6pPr algn="ctr">
              <a:defRPr sz="1950" b="1">
                <a:solidFill>
                  <a:srgbClr val="B9ADA2"/>
                </a:solidFill>
              </a:defRPr>
            </a:lvl6pPr>
            <a:lvl7pPr algn="ctr">
              <a:defRPr sz="1950" b="1">
                <a:solidFill>
                  <a:srgbClr val="B9ADA2"/>
                </a:solidFill>
              </a:defRPr>
            </a:lvl7pPr>
            <a:lvl8pPr algn="ctr">
              <a:defRPr sz="1950" b="1">
                <a:solidFill>
                  <a:srgbClr val="B9ADA2"/>
                </a:solidFill>
              </a:defRPr>
            </a:lvl8pPr>
            <a:lvl9pPr algn="ctr">
              <a:defRPr sz="1950" b="1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B9ADA2"/>
                </a:solidFill>
              </a:defRPr>
            </a:pPr>
            <a:r>
              <a:rPr sz="1950" b="1">
                <a:solidFill>
                  <a:srgbClr val="B9ADA2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EB1B2-3C82-45ED-95BC-DDEC3452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9526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4A3E3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EC8A4-3D6A-4D82-854E-E558A5B4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AD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DDF1F-1215-4E77-93C2-41DB0BD8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1647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DFC"/>
                </a:solidFill>
              </a:defRPr>
            </a:defPPr>
            <a:lvl1pPr algn="l">
              <a:defRPr sz="1575" b="1">
                <a:solidFill>
                  <a:srgbClr val="FFFDFC"/>
                </a:solidFill>
              </a:defRPr>
            </a:lvl1pPr>
            <a:lvl2pPr algn="l">
              <a:defRPr sz="1575" b="1">
                <a:solidFill>
                  <a:srgbClr val="FFFDFC"/>
                </a:solidFill>
              </a:defRPr>
            </a:lvl2pPr>
            <a:lvl3pPr algn="l">
              <a:defRPr sz="1575" b="1">
                <a:solidFill>
                  <a:srgbClr val="FFFDFC"/>
                </a:solidFill>
              </a:defRPr>
            </a:lvl3pPr>
            <a:lvl4pPr algn="l">
              <a:defRPr sz="1575" b="1">
                <a:solidFill>
                  <a:srgbClr val="FFFDFC"/>
                </a:solidFill>
              </a:defRPr>
            </a:lvl4pPr>
            <a:lvl5pPr algn="l">
              <a:defRPr sz="1575" b="1">
                <a:solidFill>
                  <a:srgbClr val="FFFDFC"/>
                </a:solidFill>
              </a:defRPr>
            </a:lvl5pPr>
            <a:lvl6pPr algn="l">
              <a:defRPr sz="1575" b="1">
                <a:solidFill>
                  <a:srgbClr val="FFFDFC"/>
                </a:solidFill>
              </a:defRPr>
            </a:lvl6pPr>
            <a:lvl7pPr algn="l">
              <a:defRPr sz="1575" b="1">
                <a:solidFill>
                  <a:srgbClr val="FFFDFC"/>
                </a:solidFill>
              </a:defRPr>
            </a:lvl7pPr>
            <a:lvl8pPr algn="l">
              <a:defRPr sz="1575" b="1">
                <a:solidFill>
                  <a:srgbClr val="FFFDFC"/>
                </a:solidFill>
              </a:defRPr>
            </a:lvl8pPr>
            <a:lvl9pPr algn="l">
              <a:defRPr sz="157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DFC"/>
                </a:solidFill>
              </a:defRPr>
            </a:pPr>
            <a:r>
              <a:rPr sz="1575" b="1">
                <a:solidFill>
                  <a:srgbClr val="FFFDFC"/>
                </a:solidFill>
              </a:rPr>
              <a:t>Pull 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1922F-35F2-4B2E-9280-8769C22E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05075"/>
            <a:ext cx="16478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ADA2"/>
                </a:solidFill>
              </a:defRPr>
            </a:defPPr>
            <a:lvl1pPr algn="l">
              <a:defRPr sz="1125" b="0">
                <a:solidFill>
                  <a:srgbClr val="B9ADA2"/>
                </a:solidFill>
              </a:defRPr>
            </a:lvl1pPr>
            <a:lvl2pPr algn="l">
              <a:defRPr sz="1125" b="0">
                <a:solidFill>
                  <a:srgbClr val="B9ADA2"/>
                </a:solidFill>
              </a:defRPr>
            </a:lvl2pPr>
            <a:lvl3pPr algn="l">
              <a:defRPr sz="1125" b="0">
                <a:solidFill>
                  <a:srgbClr val="B9ADA2"/>
                </a:solidFill>
              </a:defRPr>
            </a:lvl3pPr>
            <a:lvl4pPr algn="l">
              <a:defRPr sz="1125" b="0">
                <a:solidFill>
                  <a:srgbClr val="B9ADA2"/>
                </a:solidFill>
              </a:defRPr>
            </a:lvl4pPr>
            <a:lvl5pPr algn="l">
              <a:defRPr sz="1125" b="0">
                <a:solidFill>
                  <a:srgbClr val="B9ADA2"/>
                </a:solidFill>
              </a:defRPr>
            </a:lvl5pPr>
            <a:lvl6pPr algn="l">
              <a:defRPr sz="1125" b="0">
                <a:solidFill>
                  <a:srgbClr val="B9ADA2"/>
                </a:solidFill>
              </a:defRPr>
            </a:lvl6pPr>
            <a:lvl7pPr algn="l">
              <a:defRPr sz="1125" b="0">
                <a:solidFill>
                  <a:srgbClr val="B9ADA2"/>
                </a:solidFill>
              </a:defRPr>
            </a:lvl7pPr>
            <a:lvl8pPr algn="l">
              <a:defRPr sz="1125" b="0">
                <a:solidFill>
                  <a:srgbClr val="B9ADA2"/>
                </a:solidFill>
              </a:defRPr>
            </a:lvl8pPr>
            <a:lvl9pPr algn="l">
              <a:defRPr sz="11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ADA2"/>
                </a:solidFill>
              </a:defRPr>
            </a:pPr>
            <a:r>
              <a:rPr sz="1125" b="0">
                <a:solidFill>
                  <a:srgbClr val="B9ADA2"/>
                </a:solidFill>
              </a:rPr>
              <a:t>Cambio propuesto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E6A61-48A9-4A3D-812F-BE963A06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647950"/>
            <a:ext cx="3524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3090E-1E55-40E3-819A-C721390B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524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63C69C"/>
                </a:solidFill>
              </a:defRPr>
            </a:defPPr>
            <a:lvl1pPr algn="ctr">
              <a:defRPr sz="1950" b="1">
                <a:solidFill>
                  <a:srgbClr val="63C69C"/>
                </a:solidFill>
              </a:defRPr>
            </a:lvl1pPr>
            <a:lvl2pPr algn="ctr">
              <a:defRPr sz="1950" b="1">
                <a:solidFill>
                  <a:srgbClr val="63C69C"/>
                </a:solidFill>
              </a:defRPr>
            </a:lvl2pPr>
            <a:lvl3pPr algn="ctr">
              <a:defRPr sz="1950" b="1">
                <a:solidFill>
                  <a:srgbClr val="63C69C"/>
                </a:solidFill>
              </a:defRPr>
            </a:lvl3pPr>
            <a:lvl4pPr algn="ctr">
              <a:defRPr sz="1950" b="1">
                <a:solidFill>
                  <a:srgbClr val="63C69C"/>
                </a:solidFill>
              </a:defRPr>
            </a:lvl4pPr>
            <a:lvl5pPr algn="ctr">
              <a:defRPr sz="1950" b="1">
                <a:solidFill>
                  <a:srgbClr val="63C69C"/>
                </a:solidFill>
              </a:defRPr>
            </a:lvl5pPr>
            <a:lvl6pPr algn="ctr">
              <a:defRPr sz="1950" b="1">
                <a:solidFill>
                  <a:srgbClr val="63C69C"/>
                </a:solidFill>
              </a:defRPr>
            </a:lvl6pPr>
            <a:lvl7pPr algn="ctr">
              <a:defRPr sz="1950" b="1">
                <a:solidFill>
                  <a:srgbClr val="63C69C"/>
                </a:solidFill>
              </a:defRPr>
            </a:lvl7pPr>
            <a:lvl8pPr algn="ctr">
              <a:defRPr sz="1950" b="1">
                <a:solidFill>
                  <a:srgbClr val="63C69C"/>
                </a:solidFill>
              </a:defRPr>
            </a:lvl8pPr>
            <a:lvl9pPr algn="ctr">
              <a:defRPr sz="1950" b="1">
                <a:solidFill>
                  <a:srgbClr val="63C69C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63C69C"/>
                </a:solidFill>
              </a:defRPr>
            </a:pPr>
            <a:r>
              <a:rPr sz="1950" b="1">
                <a:solidFill>
                  <a:srgbClr val="63C69C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0E1CC9-FEE1-4E7E-8832-65639204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95500"/>
            <a:ext cx="19526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4A3E3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40AA8-83F4-4817-B772-CF444442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95500"/>
            <a:ext cx="66675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C6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AD7047-2C55-4159-9537-72170EF3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09800"/>
            <a:ext cx="1647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DFC"/>
                </a:solidFill>
              </a:defRPr>
            </a:defPPr>
            <a:lvl1pPr algn="l">
              <a:defRPr sz="1575" b="1">
                <a:solidFill>
                  <a:srgbClr val="FFFDFC"/>
                </a:solidFill>
              </a:defRPr>
            </a:lvl1pPr>
            <a:lvl2pPr algn="l">
              <a:defRPr sz="1575" b="1">
                <a:solidFill>
                  <a:srgbClr val="FFFDFC"/>
                </a:solidFill>
              </a:defRPr>
            </a:lvl2pPr>
            <a:lvl3pPr algn="l">
              <a:defRPr sz="1575" b="1">
                <a:solidFill>
                  <a:srgbClr val="FFFDFC"/>
                </a:solidFill>
              </a:defRPr>
            </a:lvl3pPr>
            <a:lvl4pPr algn="l">
              <a:defRPr sz="1575" b="1">
                <a:solidFill>
                  <a:srgbClr val="FFFDFC"/>
                </a:solidFill>
              </a:defRPr>
            </a:lvl4pPr>
            <a:lvl5pPr algn="l">
              <a:defRPr sz="1575" b="1">
                <a:solidFill>
                  <a:srgbClr val="FFFDFC"/>
                </a:solidFill>
              </a:defRPr>
            </a:lvl5pPr>
            <a:lvl6pPr algn="l">
              <a:defRPr sz="1575" b="1">
                <a:solidFill>
                  <a:srgbClr val="FFFDFC"/>
                </a:solidFill>
              </a:defRPr>
            </a:lvl6pPr>
            <a:lvl7pPr algn="l">
              <a:defRPr sz="1575" b="1">
                <a:solidFill>
                  <a:srgbClr val="FFFDFC"/>
                </a:solidFill>
              </a:defRPr>
            </a:lvl7pPr>
            <a:lvl8pPr algn="l">
              <a:defRPr sz="1575" b="1">
                <a:solidFill>
                  <a:srgbClr val="FFFDFC"/>
                </a:solidFill>
              </a:defRPr>
            </a:lvl8pPr>
            <a:lvl9pPr algn="l">
              <a:defRPr sz="157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DFC"/>
                </a:solidFill>
              </a:defRPr>
            </a:pPr>
            <a:r>
              <a:rPr sz="1575" b="1">
                <a:solidFill>
                  <a:srgbClr val="FFFDFC"/>
                </a:solidFill>
              </a:rPr>
              <a:t>Test y lint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082BF-9917-43E2-A67E-D476938E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05075"/>
            <a:ext cx="16478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ADA2"/>
                </a:solidFill>
              </a:defRPr>
            </a:defPPr>
            <a:lvl1pPr algn="l">
              <a:defRPr sz="1125" b="0">
                <a:solidFill>
                  <a:srgbClr val="B9ADA2"/>
                </a:solidFill>
              </a:defRPr>
            </a:lvl1pPr>
            <a:lvl2pPr algn="l">
              <a:defRPr sz="1125" b="0">
                <a:solidFill>
                  <a:srgbClr val="B9ADA2"/>
                </a:solidFill>
              </a:defRPr>
            </a:lvl2pPr>
            <a:lvl3pPr algn="l">
              <a:defRPr sz="1125" b="0">
                <a:solidFill>
                  <a:srgbClr val="B9ADA2"/>
                </a:solidFill>
              </a:defRPr>
            </a:lvl3pPr>
            <a:lvl4pPr algn="l">
              <a:defRPr sz="1125" b="0">
                <a:solidFill>
                  <a:srgbClr val="B9ADA2"/>
                </a:solidFill>
              </a:defRPr>
            </a:lvl4pPr>
            <a:lvl5pPr algn="l">
              <a:defRPr sz="1125" b="0">
                <a:solidFill>
                  <a:srgbClr val="B9ADA2"/>
                </a:solidFill>
              </a:defRPr>
            </a:lvl5pPr>
            <a:lvl6pPr algn="l">
              <a:defRPr sz="1125" b="0">
                <a:solidFill>
                  <a:srgbClr val="B9ADA2"/>
                </a:solidFill>
              </a:defRPr>
            </a:lvl6pPr>
            <a:lvl7pPr algn="l">
              <a:defRPr sz="1125" b="0">
                <a:solidFill>
                  <a:srgbClr val="B9ADA2"/>
                </a:solidFill>
              </a:defRPr>
            </a:lvl7pPr>
            <a:lvl8pPr algn="l">
              <a:defRPr sz="1125" b="0">
                <a:solidFill>
                  <a:srgbClr val="B9ADA2"/>
                </a:solidFill>
              </a:defRPr>
            </a:lvl8pPr>
            <a:lvl9pPr algn="l">
              <a:defRPr sz="11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ADA2"/>
                </a:solidFill>
              </a:defRPr>
            </a:pPr>
            <a:r>
              <a:rPr sz="1125" b="0">
                <a:solidFill>
                  <a:srgbClr val="B9ADA2"/>
                </a:solidFill>
              </a:rPr>
              <a:t>API + Redis + frontend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4D6551-B748-4DD3-8037-E2E394D1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47950"/>
            <a:ext cx="3524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0CC635-D255-445E-A852-C1BAF0BA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524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5FA8D3"/>
                </a:solidFill>
              </a:defRPr>
            </a:defPPr>
            <a:lvl1pPr algn="ctr">
              <a:defRPr sz="1950" b="1">
                <a:solidFill>
                  <a:srgbClr val="5FA8D3"/>
                </a:solidFill>
              </a:defRPr>
            </a:lvl1pPr>
            <a:lvl2pPr algn="ctr">
              <a:defRPr sz="1950" b="1">
                <a:solidFill>
                  <a:srgbClr val="5FA8D3"/>
                </a:solidFill>
              </a:defRPr>
            </a:lvl2pPr>
            <a:lvl3pPr algn="ctr">
              <a:defRPr sz="1950" b="1">
                <a:solidFill>
                  <a:srgbClr val="5FA8D3"/>
                </a:solidFill>
              </a:defRPr>
            </a:lvl3pPr>
            <a:lvl4pPr algn="ctr">
              <a:defRPr sz="1950" b="1">
                <a:solidFill>
                  <a:srgbClr val="5FA8D3"/>
                </a:solidFill>
              </a:defRPr>
            </a:lvl4pPr>
            <a:lvl5pPr algn="ctr">
              <a:defRPr sz="1950" b="1">
                <a:solidFill>
                  <a:srgbClr val="5FA8D3"/>
                </a:solidFill>
              </a:defRPr>
            </a:lvl5pPr>
            <a:lvl6pPr algn="ctr">
              <a:defRPr sz="1950" b="1">
                <a:solidFill>
                  <a:srgbClr val="5FA8D3"/>
                </a:solidFill>
              </a:defRPr>
            </a:lvl6pPr>
            <a:lvl7pPr algn="ctr">
              <a:defRPr sz="1950" b="1">
                <a:solidFill>
                  <a:srgbClr val="5FA8D3"/>
                </a:solidFill>
              </a:defRPr>
            </a:lvl7pPr>
            <a:lvl8pPr algn="ctr">
              <a:defRPr sz="1950" b="1">
                <a:solidFill>
                  <a:srgbClr val="5FA8D3"/>
                </a:solidFill>
              </a:defRPr>
            </a:lvl8pPr>
            <a:lvl9pPr algn="ctr">
              <a:defRPr sz="1950" b="1">
                <a:solidFill>
                  <a:srgbClr val="5FA8D3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5FA8D3"/>
                </a:solidFill>
              </a:defRPr>
            </a:pPr>
            <a:r>
              <a:rPr sz="1950" b="1">
                <a:solidFill>
                  <a:srgbClr val="5FA8D3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62AD5B-2FBB-4F84-A63B-A359CED2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95500"/>
            <a:ext cx="19526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4A3E3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DB6B34-62B0-4D72-8ACA-D5F7E14D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95500"/>
            <a:ext cx="66675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FA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C54C8C-B5EC-4E76-85AB-B3063714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09800"/>
            <a:ext cx="1647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DFC"/>
                </a:solidFill>
              </a:defRPr>
            </a:defPPr>
            <a:lvl1pPr algn="l">
              <a:defRPr sz="1575" b="1">
                <a:solidFill>
                  <a:srgbClr val="FFFDFC"/>
                </a:solidFill>
              </a:defRPr>
            </a:lvl1pPr>
            <a:lvl2pPr algn="l">
              <a:defRPr sz="1575" b="1">
                <a:solidFill>
                  <a:srgbClr val="FFFDFC"/>
                </a:solidFill>
              </a:defRPr>
            </a:lvl2pPr>
            <a:lvl3pPr algn="l">
              <a:defRPr sz="1575" b="1">
                <a:solidFill>
                  <a:srgbClr val="FFFDFC"/>
                </a:solidFill>
              </a:defRPr>
            </a:lvl3pPr>
            <a:lvl4pPr algn="l">
              <a:defRPr sz="1575" b="1">
                <a:solidFill>
                  <a:srgbClr val="FFFDFC"/>
                </a:solidFill>
              </a:defRPr>
            </a:lvl4pPr>
            <a:lvl5pPr algn="l">
              <a:defRPr sz="1575" b="1">
                <a:solidFill>
                  <a:srgbClr val="FFFDFC"/>
                </a:solidFill>
              </a:defRPr>
            </a:lvl5pPr>
            <a:lvl6pPr algn="l">
              <a:defRPr sz="1575" b="1">
                <a:solidFill>
                  <a:srgbClr val="FFFDFC"/>
                </a:solidFill>
              </a:defRPr>
            </a:lvl6pPr>
            <a:lvl7pPr algn="l">
              <a:defRPr sz="1575" b="1">
                <a:solidFill>
                  <a:srgbClr val="FFFDFC"/>
                </a:solidFill>
              </a:defRPr>
            </a:lvl7pPr>
            <a:lvl8pPr algn="l">
              <a:defRPr sz="1575" b="1">
                <a:solidFill>
                  <a:srgbClr val="FFFDFC"/>
                </a:solidFill>
              </a:defRPr>
            </a:lvl8pPr>
            <a:lvl9pPr algn="l">
              <a:defRPr sz="157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DFC"/>
                </a:solidFill>
              </a:defRPr>
            </a:pPr>
            <a:r>
              <a:rPr sz="1575" b="1">
                <a:solidFill>
                  <a:srgbClr val="FFFDFC"/>
                </a:solidFill>
              </a:rPr>
              <a:t>Build Docker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576972-52CF-4207-9252-61D77982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05075"/>
            <a:ext cx="16478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ADA2"/>
                </a:solidFill>
              </a:defRPr>
            </a:defPPr>
            <a:lvl1pPr algn="l">
              <a:defRPr sz="1125" b="0">
                <a:solidFill>
                  <a:srgbClr val="B9ADA2"/>
                </a:solidFill>
              </a:defRPr>
            </a:lvl1pPr>
            <a:lvl2pPr algn="l">
              <a:defRPr sz="1125" b="0">
                <a:solidFill>
                  <a:srgbClr val="B9ADA2"/>
                </a:solidFill>
              </a:defRPr>
            </a:lvl2pPr>
            <a:lvl3pPr algn="l">
              <a:defRPr sz="1125" b="0">
                <a:solidFill>
                  <a:srgbClr val="B9ADA2"/>
                </a:solidFill>
              </a:defRPr>
            </a:lvl3pPr>
            <a:lvl4pPr algn="l">
              <a:defRPr sz="1125" b="0">
                <a:solidFill>
                  <a:srgbClr val="B9ADA2"/>
                </a:solidFill>
              </a:defRPr>
            </a:lvl4pPr>
            <a:lvl5pPr algn="l">
              <a:defRPr sz="1125" b="0">
                <a:solidFill>
                  <a:srgbClr val="B9ADA2"/>
                </a:solidFill>
              </a:defRPr>
            </a:lvl5pPr>
            <a:lvl6pPr algn="l">
              <a:defRPr sz="1125" b="0">
                <a:solidFill>
                  <a:srgbClr val="B9ADA2"/>
                </a:solidFill>
              </a:defRPr>
            </a:lvl6pPr>
            <a:lvl7pPr algn="l">
              <a:defRPr sz="1125" b="0">
                <a:solidFill>
                  <a:srgbClr val="B9ADA2"/>
                </a:solidFill>
              </a:defRPr>
            </a:lvl7pPr>
            <a:lvl8pPr algn="l">
              <a:defRPr sz="1125" b="0">
                <a:solidFill>
                  <a:srgbClr val="B9ADA2"/>
                </a:solidFill>
              </a:defRPr>
            </a:lvl8pPr>
            <a:lvl9pPr algn="l">
              <a:defRPr sz="11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ADA2"/>
                </a:solidFill>
              </a:defRPr>
            </a:pPr>
            <a:r>
              <a:rPr sz="1125" b="0">
                <a:solidFill>
                  <a:srgbClr val="B9ADA2"/>
                </a:solidFill>
              </a:rPr>
              <a:t>API · Front · Nginx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FB9354-FB9D-44B6-959E-652D6DBB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647950"/>
            <a:ext cx="3524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978277-B15C-48E8-A251-62EBC1F9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24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E3B45E"/>
                </a:solidFill>
              </a:defRPr>
            </a:defPPr>
            <a:lvl1pPr algn="ctr">
              <a:defRPr sz="1950" b="1">
                <a:solidFill>
                  <a:srgbClr val="E3B45E"/>
                </a:solidFill>
              </a:defRPr>
            </a:lvl1pPr>
            <a:lvl2pPr algn="ctr">
              <a:defRPr sz="1950" b="1">
                <a:solidFill>
                  <a:srgbClr val="E3B45E"/>
                </a:solidFill>
              </a:defRPr>
            </a:lvl2pPr>
            <a:lvl3pPr algn="ctr">
              <a:defRPr sz="1950" b="1">
                <a:solidFill>
                  <a:srgbClr val="E3B45E"/>
                </a:solidFill>
              </a:defRPr>
            </a:lvl3pPr>
            <a:lvl4pPr algn="ctr">
              <a:defRPr sz="1950" b="1">
                <a:solidFill>
                  <a:srgbClr val="E3B45E"/>
                </a:solidFill>
              </a:defRPr>
            </a:lvl4pPr>
            <a:lvl5pPr algn="ctr">
              <a:defRPr sz="1950" b="1">
                <a:solidFill>
                  <a:srgbClr val="E3B45E"/>
                </a:solidFill>
              </a:defRPr>
            </a:lvl5pPr>
            <a:lvl6pPr algn="ctr">
              <a:defRPr sz="1950" b="1">
                <a:solidFill>
                  <a:srgbClr val="E3B45E"/>
                </a:solidFill>
              </a:defRPr>
            </a:lvl6pPr>
            <a:lvl7pPr algn="ctr">
              <a:defRPr sz="1950" b="1">
                <a:solidFill>
                  <a:srgbClr val="E3B45E"/>
                </a:solidFill>
              </a:defRPr>
            </a:lvl7pPr>
            <a:lvl8pPr algn="ctr">
              <a:defRPr sz="1950" b="1">
                <a:solidFill>
                  <a:srgbClr val="E3B45E"/>
                </a:solidFill>
              </a:defRPr>
            </a:lvl8pPr>
            <a:lvl9pPr algn="ctr">
              <a:defRPr sz="1950" b="1">
                <a:solidFill>
                  <a:srgbClr val="E3B45E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E3B45E"/>
                </a:solidFill>
              </a:defRPr>
            </a:pPr>
            <a:r>
              <a:rPr sz="1950" b="1">
                <a:solidFill>
                  <a:srgbClr val="E3B45E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03EEA3-7193-4A7F-92E1-BB3372A2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19526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4A3E3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DE0973-8519-4FA6-BDD5-32F2989D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66675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B4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7F4ADB-A524-41FB-81FC-E9796E99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09800"/>
            <a:ext cx="1647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DFC"/>
                </a:solidFill>
              </a:defRPr>
            </a:defPPr>
            <a:lvl1pPr algn="l">
              <a:defRPr sz="1575" b="1">
                <a:solidFill>
                  <a:srgbClr val="FFFDFC"/>
                </a:solidFill>
              </a:defRPr>
            </a:lvl1pPr>
            <a:lvl2pPr algn="l">
              <a:defRPr sz="1575" b="1">
                <a:solidFill>
                  <a:srgbClr val="FFFDFC"/>
                </a:solidFill>
              </a:defRPr>
            </a:lvl2pPr>
            <a:lvl3pPr algn="l">
              <a:defRPr sz="1575" b="1">
                <a:solidFill>
                  <a:srgbClr val="FFFDFC"/>
                </a:solidFill>
              </a:defRPr>
            </a:lvl3pPr>
            <a:lvl4pPr algn="l">
              <a:defRPr sz="1575" b="1">
                <a:solidFill>
                  <a:srgbClr val="FFFDFC"/>
                </a:solidFill>
              </a:defRPr>
            </a:lvl4pPr>
            <a:lvl5pPr algn="l">
              <a:defRPr sz="1575" b="1">
                <a:solidFill>
                  <a:srgbClr val="FFFDFC"/>
                </a:solidFill>
              </a:defRPr>
            </a:lvl5pPr>
            <a:lvl6pPr algn="l">
              <a:defRPr sz="1575" b="1">
                <a:solidFill>
                  <a:srgbClr val="FFFDFC"/>
                </a:solidFill>
              </a:defRPr>
            </a:lvl6pPr>
            <a:lvl7pPr algn="l">
              <a:defRPr sz="1575" b="1">
                <a:solidFill>
                  <a:srgbClr val="FFFDFC"/>
                </a:solidFill>
              </a:defRPr>
            </a:lvl7pPr>
            <a:lvl8pPr algn="l">
              <a:defRPr sz="1575" b="1">
                <a:solidFill>
                  <a:srgbClr val="FFFDFC"/>
                </a:solidFill>
              </a:defRPr>
            </a:lvl8pPr>
            <a:lvl9pPr algn="l">
              <a:defRPr sz="157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DFC"/>
                </a:solidFill>
              </a:defRPr>
            </a:pPr>
            <a:r>
              <a:rPr sz="1575" b="1">
                <a:solidFill>
                  <a:srgbClr val="FFFDFC"/>
                </a:solidFill>
              </a:rPr>
              <a:t>GHCR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A16C19-854F-487C-8850-5C345B72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05075"/>
            <a:ext cx="16478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ADA2"/>
                </a:solidFill>
              </a:defRPr>
            </a:defPPr>
            <a:lvl1pPr algn="l">
              <a:defRPr sz="1125" b="0">
                <a:solidFill>
                  <a:srgbClr val="B9ADA2"/>
                </a:solidFill>
              </a:defRPr>
            </a:lvl1pPr>
            <a:lvl2pPr algn="l">
              <a:defRPr sz="1125" b="0">
                <a:solidFill>
                  <a:srgbClr val="B9ADA2"/>
                </a:solidFill>
              </a:defRPr>
            </a:lvl2pPr>
            <a:lvl3pPr algn="l">
              <a:defRPr sz="1125" b="0">
                <a:solidFill>
                  <a:srgbClr val="B9ADA2"/>
                </a:solidFill>
              </a:defRPr>
            </a:lvl3pPr>
            <a:lvl4pPr algn="l">
              <a:defRPr sz="1125" b="0">
                <a:solidFill>
                  <a:srgbClr val="B9ADA2"/>
                </a:solidFill>
              </a:defRPr>
            </a:lvl4pPr>
            <a:lvl5pPr algn="l">
              <a:defRPr sz="1125" b="0">
                <a:solidFill>
                  <a:srgbClr val="B9ADA2"/>
                </a:solidFill>
              </a:defRPr>
            </a:lvl5pPr>
            <a:lvl6pPr algn="l">
              <a:defRPr sz="1125" b="0">
                <a:solidFill>
                  <a:srgbClr val="B9ADA2"/>
                </a:solidFill>
              </a:defRPr>
            </a:lvl6pPr>
            <a:lvl7pPr algn="l">
              <a:defRPr sz="1125" b="0">
                <a:solidFill>
                  <a:srgbClr val="B9ADA2"/>
                </a:solidFill>
              </a:defRPr>
            </a:lvl7pPr>
            <a:lvl8pPr algn="l">
              <a:defRPr sz="1125" b="0">
                <a:solidFill>
                  <a:srgbClr val="B9ADA2"/>
                </a:solidFill>
              </a:defRPr>
            </a:lvl8pPr>
            <a:lvl9pPr algn="l">
              <a:defRPr sz="11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ADA2"/>
                </a:solidFill>
              </a:defRPr>
            </a:pPr>
            <a:r>
              <a:rPr sz="1125" b="0">
                <a:solidFill>
                  <a:srgbClr val="B9ADA2"/>
                </a:solidFill>
              </a:rPr>
              <a:t>Imágenes latest + SHA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DDB55D-518C-4B4A-98DC-BE446799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47950"/>
            <a:ext cx="3524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DD1FD1-A419-4FF3-9807-954E0CD4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524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C47A45"/>
                </a:solidFill>
              </a:defRPr>
            </a:defPPr>
            <a:lvl1pPr algn="ctr">
              <a:defRPr sz="1950" b="1">
                <a:solidFill>
                  <a:srgbClr val="C47A45"/>
                </a:solidFill>
              </a:defRPr>
            </a:lvl1pPr>
            <a:lvl2pPr algn="ctr">
              <a:defRPr sz="1950" b="1">
                <a:solidFill>
                  <a:srgbClr val="C47A45"/>
                </a:solidFill>
              </a:defRPr>
            </a:lvl2pPr>
            <a:lvl3pPr algn="ctr">
              <a:defRPr sz="1950" b="1">
                <a:solidFill>
                  <a:srgbClr val="C47A45"/>
                </a:solidFill>
              </a:defRPr>
            </a:lvl3pPr>
            <a:lvl4pPr algn="ctr">
              <a:defRPr sz="1950" b="1">
                <a:solidFill>
                  <a:srgbClr val="C47A45"/>
                </a:solidFill>
              </a:defRPr>
            </a:lvl4pPr>
            <a:lvl5pPr algn="ctr">
              <a:defRPr sz="1950" b="1">
                <a:solidFill>
                  <a:srgbClr val="C47A45"/>
                </a:solidFill>
              </a:defRPr>
            </a:lvl5pPr>
            <a:lvl6pPr algn="ctr">
              <a:defRPr sz="1950" b="1">
                <a:solidFill>
                  <a:srgbClr val="C47A45"/>
                </a:solidFill>
              </a:defRPr>
            </a:lvl6pPr>
            <a:lvl7pPr algn="ctr">
              <a:defRPr sz="1950" b="1">
                <a:solidFill>
                  <a:srgbClr val="C47A45"/>
                </a:solidFill>
              </a:defRPr>
            </a:lvl7pPr>
            <a:lvl8pPr algn="ctr">
              <a:defRPr sz="1950" b="1">
                <a:solidFill>
                  <a:srgbClr val="C47A45"/>
                </a:solidFill>
              </a:defRPr>
            </a:lvl8pPr>
            <a:lvl9pPr algn="ctr">
              <a:defRPr sz="1950" b="1">
                <a:solidFill>
                  <a:srgbClr val="C47A45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C47A45"/>
                </a:solidFill>
              </a:defRPr>
            </a:pPr>
            <a:r>
              <a:rPr sz="1950" b="1">
                <a:solidFill>
                  <a:srgbClr val="C47A45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40B7E7-8B13-433B-A85D-84F470CF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95500"/>
            <a:ext cx="19526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4A3E3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887EFB-88C4-4C68-B49A-6149866E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95500"/>
            <a:ext cx="66675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B72C10-790B-4B08-AA18-8D41F04F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09800"/>
            <a:ext cx="1647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DFC"/>
                </a:solidFill>
              </a:defRPr>
            </a:defPPr>
            <a:lvl1pPr algn="l">
              <a:defRPr sz="1575" b="1">
                <a:solidFill>
                  <a:srgbClr val="FFFDFC"/>
                </a:solidFill>
              </a:defRPr>
            </a:lvl1pPr>
            <a:lvl2pPr algn="l">
              <a:defRPr sz="1575" b="1">
                <a:solidFill>
                  <a:srgbClr val="FFFDFC"/>
                </a:solidFill>
              </a:defRPr>
            </a:lvl2pPr>
            <a:lvl3pPr algn="l">
              <a:defRPr sz="1575" b="1">
                <a:solidFill>
                  <a:srgbClr val="FFFDFC"/>
                </a:solidFill>
              </a:defRPr>
            </a:lvl3pPr>
            <a:lvl4pPr algn="l">
              <a:defRPr sz="1575" b="1">
                <a:solidFill>
                  <a:srgbClr val="FFFDFC"/>
                </a:solidFill>
              </a:defRPr>
            </a:lvl4pPr>
            <a:lvl5pPr algn="l">
              <a:defRPr sz="1575" b="1">
                <a:solidFill>
                  <a:srgbClr val="FFFDFC"/>
                </a:solidFill>
              </a:defRPr>
            </a:lvl5pPr>
            <a:lvl6pPr algn="l">
              <a:defRPr sz="1575" b="1">
                <a:solidFill>
                  <a:srgbClr val="FFFDFC"/>
                </a:solidFill>
              </a:defRPr>
            </a:lvl6pPr>
            <a:lvl7pPr algn="l">
              <a:defRPr sz="1575" b="1">
                <a:solidFill>
                  <a:srgbClr val="FFFDFC"/>
                </a:solidFill>
              </a:defRPr>
            </a:lvl7pPr>
            <a:lvl8pPr algn="l">
              <a:defRPr sz="1575" b="1">
                <a:solidFill>
                  <a:srgbClr val="FFFDFC"/>
                </a:solidFill>
              </a:defRPr>
            </a:lvl8pPr>
            <a:lvl9pPr algn="l">
              <a:defRPr sz="157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DFC"/>
                </a:solidFill>
              </a:defRPr>
            </a:pPr>
            <a:r>
              <a:rPr sz="1575" b="1">
                <a:solidFill>
                  <a:srgbClr val="FFFDFC"/>
                </a:solidFill>
              </a:rPr>
              <a:t>Render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661AFC-8725-4A0C-B1A5-589AB94D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05075"/>
            <a:ext cx="16478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ADA2"/>
                </a:solidFill>
              </a:defRPr>
            </a:defPPr>
            <a:lvl1pPr algn="l">
              <a:defRPr sz="1125" b="0">
                <a:solidFill>
                  <a:srgbClr val="B9ADA2"/>
                </a:solidFill>
              </a:defRPr>
            </a:lvl1pPr>
            <a:lvl2pPr algn="l">
              <a:defRPr sz="1125" b="0">
                <a:solidFill>
                  <a:srgbClr val="B9ADA2"/>
                </a:solidFill>
              </a:defRPr>
            </a:lvl2pPr>
            <a:lvl3pPr algn="l">
              <a:defRPr sz="1125" b="0">
                <a:solidFill>
                  <a:srgbClr val="B9ADA2"/>
                </a:solidFill>
              </a:defRPr>
            </a:lvl3pPr>
            <a:lvl4pPr algn="l">
              <a:defRPr sz="1125" b="0">
                <a:solidFill>
                  <a:srgbClr val="B9ADA2"/>
                </a:solidFill>
              </a:defRPr>
            </a:lvl4pPr>
            <a:lvl5pPr algn="l">
              <a:defRPr sz="1125" b="0">
                <a:solidFill>
                  <a:srgbClr val="B9ADA2"/>
                </a:solidFill>
              </a:defRPr>
            </a:lvl5pPr>
            <a:lvl6pPr algn="l">
              <a:defRPr sz="1125" b="0">
                <a:solidFill>
                  <a:srgbClr val="B9ADA2"/>
                </a:solidFill>
              </a:defRPr>
            </a:lvl6pPr>
            <a:lvl7pPr algn="l">
              <a:defRPr sz="1125" b="0">
                <a:solidFill>
                  <a:srgbClr val="B9ADA2"/>
                </a:solidFill>
              </a:defRPr>
            </a:lvl7pPr>
            <a:lvl8pPr algn="l">
              <a:defRPr sz="1125" b="0">
                <a:solidFill>
                  <a:srgbClr val="B9ADA2"/>
                </a:solidFill>
              </a:defRPr>
            </a:lvl8pPr>
            <a:lvl9pPr algn="l">
              <a:defRPr sz="1125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ADA2"/>
                </a:solidFill>
              </a:defRPr>
            </a:pPr>
            <a:r>
              <a:rPr sz="1125" b="0">
                <a:solidFill>
                  <a:srgbClr val="B9ADA2"/>
                </a:solidFill>
              </a:rPr>
              <a:t>Deploy hooks en main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A4490D-D9A2-47D8-B862-7EA0FB2B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572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4A3E3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92EE23-FFFF-45B3-905C-65BCD1AA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990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C04747-A941-4118-9F1C-47CBF2AB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95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171412"/>
                </a:solidFill>
              </a:defRPr>
            </a:defPPr>
            <a:lvl1pPr algn="ctr">
              <a:defRPr sz="975" b="1">
                <a:solidFill>
                  <a:srgbClr val="171412"/>
                </a:solidFill>
              </a:defRPr>
            </a:lvl1pPr>
            <a:lvl2pPr algn="ctr">
              <a:defRPr sz="975" b="1">
                <a:solidFill>
                  <a:srgbClr val="171412"/>
                </a:solidFill>
              </a:defRPr>
            </a:lvl2pPr>
            <a:lvl3pPr algn="ctr">
              <a:defRPr sz="975" b="1">
                <a:solidFill>
                  <a:srgbClr val="171412"/>
                </a:solidFill>
              </a:defRPr>
            </a:lvl3pPr>
            <a:lvl4pPr algn="ctr">
              <a:defRPr sz="975" b="1">
                <a:solidFill>
                  <a:srgbClr val="171412"/>
                </a:solidFill>
              </a:defRPr>
            </a:lvl4pPr>
            <a:lvl5pPr algn="ctr">
              <a:defRPr sz="975" b="1">
                <a:solidFill>
                  <a:srgbClr val="171412"/>
                </a:solidFill>
              </a:defRPr>
            </a:lvl5pPr>
            <a:lvl6pPr algn="ctr">
              <a:defRPr sz="975" b="1">
                <a:solidFill>
                  <a:srgbClr val="171412"/>
                </a:solidFill>
              </a:defRPr>
            </a:lvl6pPr>
            <a:lvl7pPr algn="ctr">
              <a:defRPr sz="975" b="1">
                <a:solidFill>
                  <a:srgbClr val="171412"/>
                </a:solidFill>
              </a:defRPr>
            </a:lvl7pPr>
            <a:lvl8pPr algn="ctr">
              <a:defRPr sz="975" b="1">
                <a:solidFill>
                  <a:srgbClr val="171412"/>
                </a:solidFill>
              </a:defRPr>
            </a:lvl8pPr>
            <a:lvl9pPr algn="ctr">
              <a:defRPr sz="975" b="1">
                <a:solidFill>
                  <a:srgbClr val="171412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71412"/>
                </a:solidFill>
              </a:defRPr>
            </a:pPr>
            <a:r>
              <a:rPr sz="975" b="1">
                <a:solidFill>
                  <a:srgbClr val="171412"/>
                </a:solidFill>
              </a:rPr>
              <a:t>CODEQL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0B28ED-B037-47A6-A20F-1ADB6530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719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DFC"/>
                </a:solidFill>
              </a:defRPr>
            </a:defPPr>
            <a:lvl1pPr algn="l">
              <a:defRPr sz="1575" b="1">
                <a:solidFill>
                  <a:srgbClr val="FFFDFC"/>
                </a:solidFill>
              </a:defRPr>
            </a:lvl1pPr>
            <a:lvl2pPr algn="l">
              <a:defRPr sz="1575" b="1">
                <a:solidFill>
                  <a:srgbClr val="FFFDFC"/>
                </a:solidFill>
              </a:defRPr>
            </a:lvl2pPr>
            <a:lvl3pPr algn="l">
              <a:defRPr sz="1575" b="1">
                <a:solidFill>
                  <a:srgbClr val="FFFDFC"/>
                </a:solidFill>
              </a:defRPr>
            </a:lvl3pPr>
            <a:lvl4pPr algn="l">
              <a:defRPr sz="1575" b="1">
                <a:solidFill>
                  <a:srgbClr val="FFFDFC"/>
                </a:solidFill>
              </a:defRPr>
            </a:lvl4pPr>
            <a:lvl5pPr algn="l">
              <a:defRPr sz="1575" b="1">
                <a:solidFill>
                  <a:srgbClr val="FFFDFC"/>
                </a:solidFill>
              </a:defRPr>
            </a:lvl5pPr>
            <a:lvl6pPr algn="l">
              <a:defRPr sz="1575" b="1">
                <a:solidFill>
                  <a:srgbClr val="FFFDFC"/>
                </a:solidFill>
              </a:defRPr>
            </a:lvl6pPr>
            <a:lvl7pPr algn="l">
              <a:defRPr sz="1575" b="1">
                <a:solidFill>
                  <a:srgbClr val="FFFDFC"/>
                </a:solidFill>
              </a:defRPr>
            </a:lvl7pPr>
            <a:lvl8pPr algn="l">
              <a:defRPr sz="1575" b="1">
                <a:solidFill>
                  <a:srgbClr val="FFFDFC"/>
                </a:solidFill>
              </a:defRPr>
            </a:lvl8pPr>
            <a:lvl9pPr algn="l">
              <a:defRPr sz="157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DFC"/>
                </a:solidFill>
              </a:defRPr>
            </a:pPr>
            <a:r>
              <a:rPr sz="1575" b="1">
                <a:solidFill>
                  <a:srgbClr val="FFFDFC"/>
                </a:solidFill>
              </a:rPr>
              <a:t>Análisis SAST de JavaScript y TypeScript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5A8789-7EF3-4427-AA61-B5230BF1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10100"/>
            <a:ext cx="771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B9ADA2"/>
                </a:solidFill>
              </a:defRPr>
            </a:defPPr>
            <a:lvl1pPr algn="l">
              <a:defRPr sz="1350" b="0">
                <a:solidFill>
                  <a:srgbClr val="B9ADA2"/>
                </a:solidFill>
              </a:defRPr>
            </a:lvl1pPr>
            <a:lvl2pPr algn="l">
              <a:defRPr sz="1350" b="0">
                <a:solidFill>
                  <a:srgbClr val="B9ADA2"/>
                </a:solidFill>
              </a:defRPr>
            </a:lvl2pPr>
            <a:lvl3pPr algn="l">
              <a:defRPr sz="1350" b="0">
                <a:solidFill>
                  <a:srgbClr val="B9ADA2"/>
                </a:solidFill>
              </a:defRPr>
            </a:lvl3pPr>
            <a:lvl4pPr algn="l">
              <a:defRPr sz="1350" b="0">
                <a:solidFill>
                  <a:srgbClr val="B9ADA2"/>
                </a:solidFill>
              </a:defRPr>
            </a:lvl4pPr>
            <a:lvl5pPr algn="l">
              <a:defRPr sz="1350" b="0">
                <a:solidFill>
                  <a:srgbClr val="B9ADA2"/>
                </a:solidFill>
              </a:defRPr>
            </a:lvl5pPr>
            <a:lvl6pPr algn="l">
              <a:defRPr sz="1350" b="0">
                <a:solidFill>
                  <a:srgbClr val="B9ADA2"/>
                </a:solidFill>
              </a:defRPr>
            </a:lvl6pPr>
            <a:lvl7pPr algn="l">
              <a:defRPr sz="1350" b="0">
                <a:solidFill>
                  <a:srgbClr val="B9ADA2"/>
                </a:solidFill>
              </a:defRPr>
            </a:lvl7pPr>
            <a:lvl8pPr algn="l">
              <a:defRPr sz="1350" b="0">
                <a:solidFill>
                  <a:srgbClr val="B9ADA2"/>
                </a:solidFill>
              </a:defRPr>
            </a:lvl8pPr>
            <a:lvl9pPr algn="l">
              <a:defRPr sz="1350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9ADA2"/>
                </a:solidFill>
              </a:defRPr>
            </a:pPr>
            <a:r>
              <a:rPr sz="1350" b="0">
                <a:solidFill>
                  <a:srgbClr val="B9ADA2"/>
                </a:solidFill>
              </a:rPr>
              <a:t>Se ejecuta en push y pull request hacia main.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5CF047-05B5-46A9-ACA0-B794C723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C47A45"/>
                </a:solidFill>
              </a:defRPr>
            </a:defPPr>
            <a:lvl1pPr algn="ctr">
              <a:defRPr sz="1500" b="1">
                <a:solidFill>
                  <a:srgbClr val="C47A45"/>
                </a:solidFill>
              </a:defRPr>
            </a:lvl1pPr>
            <a:lvl2pPr algn="ctr">
              <a:defRPr sz="1500" b="1">
                <a:solidFill>
                  <a:srgbClr val="C47A45"/>
                </a:solidFill>
              </a:defRPr>
            </a:lvl2pPr>
            <a:lvl3pPr algn="ctr">
              <a:defRPr sz="1500" b="1">
                <a:solidFill>
                  <a:srgbClr val="C47A45"/>
                </a:solidFill>
              </a:defRPr>
            </a:lvl3pPr>
            <a:lvl4pPr algn="ctr">
              <a:defRPr sz="1500" b="1">
                <a:solidFill>
                  <a:srgbClr val="C47A45"/>
                </a:solidFill>
              </a:defRPr>
            </a:lvl4pPr>
            <a:lvl5pPr algn="ctr">
              <a:defRPr sz="1500" b="1">
                <a:solidFill>
                  <a:srgbClr val="C47A45"/>
                </a:solidFill>
              </a:defRPr>
            </a:lvl5pPr>
            <a:lvl6pPr algn="ctr">
              <a:defRPr sz="1500" b="1">
                <a:solidFill>
                  <a:srgbClr val="C47A45"/>
                </a:solidFill>
              </a:defRPr>
            </a:lvl6pPr>
            <a:lvl7pPr algn="ctr">
              <a:defRPr sz="1500" b="1">
                <a:solidFill>
                  <a:srgbClr val="C47A45"/>
                </a:solidFill>
              </a:defRPr>
            </a:lvl7pPr>
            <a:lvl8pPr algn="ctr">
              <a:defRPr sz="1500" b="1">
                <a:solidFill>
                  <a:srgbClr val="C47A45"/>
                </a:solidFill>
              </a:defRPr>
            </a:lvl8pPr>
            <a:lvl9pPr algn="ctr">
              <a:defRPr sz="1500" b="1">
                <a:solidFill>
                  <a:srgbClr val="C47A45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C47A45"/>
                </a:solidFill>
              </a:defRPr>
            </a:pPr>
            <a:r>
              <a:rPr sz="1500" b="1">
                <a:solidFill>
                  <a:srgbClr val="C47A45"/>
                </a:solidFill>
              </a:rPr>
              <a:t>Canary local permanece aislado del workflow y del despliegue productivo.</a:t>
            </a:r>
          </a:p>
        </p:txBody>
      </p:sp>
    </p:spTree>
    <p:extLst>
      <p:ext uri="{BB962C8B-B14F-4D97-AF65-F5344CB8AC3E}">
        <p14:creationId xmlns:p14="http://schemas.microsoft.com/office/powerpoint/2010/main" val="9149710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71D293-81B8-4CCB-AF98-A0D2972A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C47A45"/>
                </a:solidFill>
              </a:defRPr>
            </a:defPPr>
            <a:lvl1pPr algn="l">
              <a:defRPr sz="1050" b="1">
                <a:solidFill>
                  <a:srgbClr val="C47A45"/>
                </a:solidFill>
              </a:defRPr>
            </a:lvl1pPr>
            <a:lvl2pPr algn="l">
              <a:defRPr sz="1050" b="1">
                <a:solidFill>
                  <a:srgbClr val="C47A45"/>
                </a:solidFill>
              </a:defRPr>
            </a:lvl2pPr>
            <a:lvl3pPr algn="l">
              <a:defRPr sz="1050" b="1">
                <a:solidFill>
                  <a:srgbClr val="C47A45"/>
                </a:solidFill>
              </a:defRPr>
            </a:lvl3pPr>
            <a:lvl4pPr algn="l">
              <a:defRPr sz="1050" b="1">
                <a:solidFill>
                  <a:srgbClr val="C47A45"/>
                </a:solidFill>
              </a:defRPr>
            </a:lvl4pPr>
            <a:lvl5pPr algn="l">
              <a:defRPr sz="1050" b="1">
                <a:solidFill>
                  <a:srgbClr val="C47A45"/>
                </a:solidFill>
              </a:defRPr>
            </a:lvl5pPr>
            <a:lvl6pPr algn="l">
              <a:defRPr sz="1050" b="1">
                <a:solidFill>
                  <a:srgbClr val="C47A45"/>
                </a:solidFill>
              </a:defRPr>
            </a:lvl6pPr>
            <a:lvl7pPr algn="l">
              <a:defRPr sz="1050" b="1">
                <a:solidFill>
                  <a:srgbClr val="C47A45"/>
                </a:solidFill>
              </a:defRPr>
            </a:lvl7pPr>
            <a:lvl8pPr algn="l">
              <a:defRPr sz="1050" b="1">
                <a:solidFill>
                  <a:srgbClr val="C47A45"/>
                </a:solidFill>
              </a:defRPr>
            </a:lvl8pPr>
            <a:lvl9pPr algn="l">
              <a:defRPr sz="1050" b="1">
                <a:solidFill>
                  <a:srgbClr val="C47A4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C47A45"/>
                </a:solidFill>
              </a:defRPr>
            </a:pPr>
            <a:r>
              <a:rPr sz="1050" b="1">
                <a:solidFill>
                  <a:srgbClr val="C47A45"/>
                </a:solidFill>
              </a:rPr>
              <a:t>FRENTE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17C5F-346E-4FD4-A72F-5171557B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FFFDFC"/>
                </a:solidFill>
              </a:defRPr>
            </a:defPPr>
            <a:lvl1pPr algn="l">
              <a:defRPr sz="3150" b="1">
                <a:solidFill>
                  <a:srgbClr val="FFFDFC"/>
                </a:solidFill>
              </a:defRPr>
            </a:lvl1pPr>
            <a:lvl2pPr algn="l">
              <a:defRPr sz="3150" b="1">
                <a:solidFill>
                  <a:srgbClr val="FFFDFC"/>
                </a:solidFill>
              </a:defRPr>
            </a:lvl2pPr>
            <a:lvl3pPr algn="l">
              <a:defRPr sz="3150" b="1">
                <a:solidFill>
                  <a:srgbClr val="FFFDFC"/>
                </a:solidFill>
              </a:defRPr>
            </a:lvl3pPr>
            <a:lvl4pPr algn="l">
              <a:defRPr sz="3150" b="1">
                <a:solidFill>
                  <a:srgbClr val="FFFDFC"/>
                </a:solidFill>
              </a:defRPr>
            </a:lvl4pPr>
            <a:lvl5pPr algn="l">
              <a:defRPr sz="3150" b="1">
                <a:solidFill>
                  <a:srgbClr val="FFFDFC"/>
                </a:solidFill>
              </a:defRPr>
            </a:lvl5pPr>
            <a:lvl6pPr algn="l">
              <a:defRPr sz="3150" b="1">
                <a:solidFill>
                  <a:srgbClr val="FFFDFC"/>
                </a:solidFill>
              </a:defRPr>
            </a:lvl6pPr>
            <a:lvl7pPr algn="l">
              <a:defRPr sz="3150" b="1">
                <a:solidFill>
                  <a:srgbClr val="FFFDFC"/>
                </a:solidFill>
              </a:defRPr>
            </a:lvl7pPr>
            <a:lvl8pPr algn="l">
              <a:defRPr sz="3150" b="1">
                <a:solidFill>
                  <a:srgbClr val="FFFDFC"/>
                </a:solidFill>
              </a:defRPr>
            </a:lvl8pPr>
            <a:lvl9pPr algn="l">
              <a:defRPr sz="3150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FDFC"/>
                </a:solidFill>
              </a:defRPr>
            </a:pPr>
            <a:r>
              <a:rPr sz="3150" b="1">
                <a:solidFill>
                  <a:srgbClr val="FFFDFC"/>
                </a:solidFill>
              </a:rPr>
              <a:t>Documentación y demostración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D90E7-13A6-4A21-9E6D-0505154F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7228E-C8B7-40D5-BEE7-DB7E1DCE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B9ADA2"/>
                </a:solidFill>
              </a:defRPr>
            </a:defPPr>
            <a:lvl1pPr algn="l">
              <a:defRPr sz="900" b="0">
                <a:solidFill>
                  <a:srgbClr val="B9ADA2"/>
                </a:solidFill>
              </a:defRPr>
            </a:lvl1pPr>
            <a:lvl2pPr algn="l">
              <a:defRPr sz="900" b="0">
                <a:solidFill>
                  <a:srgbClr val="B9ADA2"/>
                </a:solidFill>
              </a:defRPr>
            </a:lvl2pPr>
            <a:lvl3pPr algn="l">
              <a:defRPr sz="900" b="0">
                <a:solidFill>
                  <a:srgbClr val="B9ADA2"/>
                </a:solidFill>
              </a:defRPr>
            </a:lvl3pPr>
            <a:lvl4pPr algn="l">
              <a:defRPr sz="900" b="0">
                <a:solidFill>
                  <a:srgbClr val="B9ADA2"/>
                </a:solidFill>
              </a:defRPr>
            </a:lvl4pPr>
            <a:lvl5pPr algn="l">
              <a:defRPr sz="900" b="0">
                <a:solidFill>
                  <a:srgbClr val="B9ADA2"/>
                </a:solidFill>
              </a:defRPr>
            </a:lvl5pPr>
            <a:lvl6pPr algn="l">
              <a:defRPr sz="900" b="0">
                <a:solidFill>
                  <a:srgbClr val="B9ADA2"/>
                </a:solidFill>
              </a:defRPr>
            </a:lvl6pPr>
            <a:lvl7pPr algn="l">
              <a:defRPr sz="900" b="0">
                <a:solidFill>
                  <a:srgbClr val="B9ADA2"/>
                </a:solidFill>
              </a:defRPr>
            </a:lvl7pPr>
            <a:lvl8pPr algn="l">
              <a:defRPr sz="900" b="0">
                <a:solidFill>
                  <a:srgbClr val="B9ADA2"/>
                </a:solidFill>
              </a:defRPr>
            </a:lvl8pPr>
            <a:lvl9pPr algn="l">
              <a:defRPr sz="900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B9ADA2"/>
                </a:solidFill>
              </a:defRPr>
            </a:pPr>
            <a:r>
              <a:rPr sz="900" b="0">
                <a:solidFill>
                  <a:srgbClr val="B9ADA2"/>
                </a:solidFill>
              </a:rPr>
              <a:t>CoffeeQueue · TP DevOps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65920-D28E-47E9-B854-63B5C217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B9ADA2"/>
                </a:solidFill>
              </a:defRPr>
            </a:defPPr>
            <a:lvl1pPr algn="r">
              <a:defRPr sz="900" b="1">
                <a:solidFill>
                  <a:srgbClr val="B9ADA2"/>
                </a:solidFill>
              </a:defRPr>
            </a:lvl1pPr>
            <a:lvl2pPr algn="r">
              <a:defRPr sz="900" b="1">
                <a:solidFill>
                  <a:srgbClr val="B9ADA2"/>
                </a:solidFill>
              </a:defRPr>
            </a:lvl2pPr>
            <a:lvl3pPr algn="r">
              <a:defRPr sz="900" b="1">
                <a:solidFill>
                  <a:srgbClr val="B9ADA2"/>
                </a:solidFill>
              </a:defRPr>
            </a:lvl3pPr>
            <a:lvl4pPr algn="r">
              <a:defRPr sz="900" b="1">
                <a:solidFill>
                  <a:srgbClr val="B9ADA2"/>
                </a:solidFill>
              </a:defRPr>
            </a:lvl4pPr>
            <a:lvl5pPr algn="r">
              <a:defRPr sz="900" b="1">
                <a:solidFill>
                  <a:srgbClr val="B9ADA2"/>
                </a:solidFill>
              </a:defRPr>
            </a:lvl5pPr>
            <a:lvl6pPr algn="r">
              <a:defRPr sz="900" b="1">
                <a:solidFill>
                  <a:srgbClr val="B9ADA2"/>
                </a:solidFill>
              </a:defRPr>
            </a:lvl6pPr>
            <a:lvl7pPr algn="r">
              <a:defRPr sz="900" b="1">
                <a:solidFill>
                  <a:srgbClr val="B9ADA2"/>
                </a:solidFill>
              </a:defRPr>
            </a:lvl7pPr>
            <a:lvl8pPr algn="r">
              <a:defRPr sz="900" b="1">
                <a:solidFill>
                  <a:srgbClr val="B9ADA2"/>
                </a:solidFill>
              </a:defRPr>
            </a:lvl8pPr>
            <a:lvl9pPr algn="r">
              <a:defRPr sz="900" b="1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B9ADA2"/>
                </a:solidFill>
              </a:defRPr>
            </a:pPr>
            <a:r>
              <a:rPr sz="900" b="1">
                <a:solidFill>
                  <a:srgbClr val="B9ADA2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230C4-7F60-4990-B112-77612FFB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F4E8D8"/>
                </a:solidFill>
              </a:defRPr>
            </a:defPPr>
            <a:lvl1pPr algn="l">
              <a:defRPr sz="1800" b="0">
                <a:solidFill>
                  <a:srgbClr val="F4E8D8"/>
                </a:solidFill>
              </a:defRPr>
            </a:lvl1pPr>
            <a:lvl2pPr algn="l">
              <a:defRPr sz="1800" b="0">
                <a:solidFill>
                  <a:srgbClr val="F4E8D8"/>
                </a:solidFill>
              </a:defRPr>
            </a:lvl2pPr>
            <a:lvl3pPr algn="l">
              <a:defRPr sz="1800" b="0">
                <a:solidFill>
                  <a:srgbClr val="F4E8D8"/>
                </a:solidFill>
              </a:defRPr>
            </a:lvl3pPr>
            <a:lvl4pPr algn="l">
              <a:defRPr sz="1800" b="0">
                <a:solidFill>
                  <a:srgbClr val="F4E8D8"/>
                </a:solidFill>
              </a:defRPr>
            </a:lvl4pPr>
            <a:lvl5pPr algn="l">
              <a:defRPr sz="1800" b="0">
                <a:solidFill>
                  <a:srgbClr val="F4E8D8"/>
                </a:solidFill>
              </a:defRPr>
            </a:lvl5pPr>
            <a:lvl6pPr algn="l">
              <a:defRPr sz="1800" b="0">
                <a:solidFill>
                  <a:srgbClr val="F4E8D8"/>
                </a:solidFill>
              </a:defRPr>
            </a:lvl6pPr>
            <a:lvl7pPr algn="l">
              <a:defRPr sz="1800" b="0">
                <a:solidFill>
                  <a:srgbClr val="F4E8D8"/>
                </a:solidFill>
              </a:defRPr>
            </a:lvl7pPr>
            <a:lvl8pPr algn="l">
              <a:defRPr sz="1800" b="0">
                <a:solidFill>
                  <a:srgbClr val="F4E8D8"/>
                </a:solidFill>
              </a:defRPr>
            </a:lvl8pPr>
            <a:lvl9pPr algn="l">
              <a:defRPr sz="1800" b="0">
                <a:solidFill>
                  <a:srgbClr val="F4E8D8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F4E8D8"/>
                </a:solidFill>
              </a:defRPr>
            </a:pPr>
            <a:r>
              <a:rPr sz="1800" b="0">
                <a:solidFill>
                  <a:srgbClr val="F4E8D8"/>
                </a:solidFill>
              </a:rPr>
              <a:t>La documentación convierte la implementación en un procedimiento repetible.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84094-BE8B-4431-B029-86B51181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C47A45"/>
                </a:solidFill>
              </a:defRPr>
            </a:defPPr>
            <a:lvl1pPr algn="l">
              <a:defRPr sz="1650" b="1">
                <a:solidFill>
                  <a:srgbClr val="C47A45"/>
                </a:solidFill>
              </a:defRPr>
            </a:lvl1pPr>
            <a:lvl2pPr algn="l">
              <a:defRPr sz="1650" b="1">
                <a:solidFill>
                  <a:srgbClr val="C47A45"/>
                </a:solidFill>
              </a:defRPr>
            </a:lvl2pPr>
            <a:lvl3pPr algn="l">
              <a:defRPr sz="1650" b="1">
                <a:solidFill>
                  <a:srgbClr val="C47A45"/>
                </a:solidFill>
              </a:defRPr>
            </a:lvl3pPr>
            <a:lvl4pPr algn="l">
              <a:defRPr sz="1650" b="1">
                <a:solidFill>
                  <a:srgbClr val="C47A45"/>
                </a:solidFill>
              </a:defRPr>
            </a:lvl4pPr>
            <a:lvl5pPr algn="l">
              <a:defRPr sz="1650" b="1">
                <a:solidFill>
                  <a:srgbClr val="C47A45"/>
                </a:solidFill>
              </a:defRPr>
            </a:lvl5pPr>
            <a:lvl6pPr algn="l">
              <a:defRPr sz="1650" b="1">
                <a:solidFill>
                  <a:srgbClr val="C47A45"/>
                </a:solidFill>
              </a:defRPr>
            </a:lvl6pPr>
            <a:lvl7pPr algn="l">
              <a:defRPr sz="1650" b="1">
                <a:solidFill>
                  <a:srgbClr val="C47A45"/>
                </a:solidFill>
              </a:defRPr>
            </a:lvl7pPr>
            <a:lvl8pPr algn="l">
              <a:defRPr sz="1650" b="1">
                <a:solidFill>
                  <a:srgbClr val="C47A45"/>
                </a:solidFill>
              </a:defRPr>
            </a:lvl8pPr>
            <a:lvl9pPr algn="l">
              <a:defRPr sz="1650" b="1">
                <a:solidFill>
                  <a:srgbClr val="C47A45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C47A45"/>
                </a:solidFill>
              </a:defRPr>
            </a:pPr>
            <a:r>
              <a:rPr sz="1650" b="1">
                <a:solidFill>
                  <a:srgbClr val="C47A45"/>
                </a:solidFill>
              </a:rPr>
              <a:t>README Canary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EB233-D184-4628-AE1C-1E3842E3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4476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B9ADA2"/>
                </a:solidFill>
              </a:defRPr>
            </a:defPPr>
            <a:lvl1pPr algn="l">
              <a:defRPr sz="1500" b="0">
                <a:solidFill>
                  <a:srgbClr val="B9ADA2"/>
                </a:solidFill>
              </a:defRPr>
            </a:lvl1pPr>
            <a:lvl2pPr algn="l">
              <a:defRPr sz="1500" b="0">
                <a:solidFill>
                  <a:srgbClr val="B9ADA2"/>
                </a:solidFill>
              </a:defRPr>
            </a:lvl2pPr>
            <a:lvl3pPr algn="l">
              <a:defRPr sz="1500" b="0">
                <a:solidFill>
                  <a:srgbClr val="B9ADA2"/>
                </a:solidFill>
              </a:defRPr>
            </a:lvl3pPr>
            <a:lvl4pPr algn="l">
              <a:defRPr sz="1500" b="0">
                <a:solidFill>
                  <a:srgbClr val="B9ADA2"/>
                </a:solidFill>
              </a:defRPr>
            </a:lvl4pPr>
            <a:lvl5pPr algn="l">
              <a:defRPr sz="1500" b="0">
                <a:solidFill>
                  <a:srgbClr val="B9ADA2"/>
                </a:solidFill>
              </a:defRPr>
            </a:lvl5pPr>
            <a:lvl6pPr algn="l">
              <a:defRPr sz="1500" b="0">
                <a:solidFill>
                  <a:srgbClr val="B9ADA2"/>
                </a:solidFill>
              </a:defRPr>
            </a:lvl6pPr>
            <a:lvl7pPr algn="l">
              <a:defRPr sz="1500" b="0">
                <a:solidFill>
                  <a:srgbClr val="B9ADA2"/>
                </a:solidFill>
              </a:defRPr>
            </a:lvl7pPr>
            <a:lvl8pPr algn="l">
              <a:defRPr sz="1500" b="0">
                <a:solidFill>
                  <a:srgbClr val="B9ADA2"/>
                </a:solidFill>
              </a:defRPr>
            </a:lvl8pPr>
            <a:lvl9pPr algn="l">
              <a:defRPr sz="1500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ADA2"/>
                </a:solidFill>
              </a:defRPr>
            </a:pPr>
            <a:r>
              <a:rPr sz="1500" b="0">
                <a:solidFill>
                  <a:srgbClr val="B9ADA2"/>
                </a:solidFill>
              </a:rPr>
              <a:t>Arquitectura y archivos</a:t>
            </a:r>
          </a:p>
          <a:p xmlns:a="http://schemas.openxmlformats.org/drawingml/2006/main">
            <a:pPr algn="l">
              <a:defRPr sz="1500" b="0">
                <a:solidFill>
                  <a:srgbClr val="B9ADA2"/>
                </a:solidFill>
              </a:defRPr>
            </a:pPr>
            <a:r>
              <a:rPr sz="1500" b="0">
                <a:solidFill>
                  <a:srgbClr val="B9ADA2"/>
                </a:solidFill>
              </a:rPr>
              <a:t>Inicio y detención segura</a:t>
            </a:r>
          </a:p>
          <a:p xmlns:a="http://schemas.openxmlformats.org/drawingml/2006/main">
            <a:pPr algn="l">
              <a:defRPr sz="1500" b="0">
                <a:solidFill>
                  <a:srgbClr val="B9ADA2"/>
                </a:solidFill>
              </a:defRPr>
            </a:pPr>
            <a:r>
              <a:rPr sz="1500" b="0">
                <a:solidFill>
                  <a:srgbClr val="B9ADA2"/>
                </a:solidFill>
              </a:rPr>
              <a:t>Progresión de porcentajes</a:t>
            </a:r>
          </a:p>
          <a:p xmlns:a="http://schemas.openxmlformats.org/drawingml/2006/main">
            <a:pPr algn="l">
              <a:defRPr sz="1500" b="0">
                <a:solidFill>
                  <a:srgbClr val="B9ADA2"/>
                </a:solidFill>
              </a:defRPr>
            </a:pPr>
            <a:r>
              <a:rPr sz="1500" b="0">
                <a:solidFill>
                  <a:srgbClr val="B9ADA2"/>
                </a:solidFill>
              </a:rPr>
              <a:t>Rollback y limitaciones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BB82D-F1BA-4797-9BD8-A1E8E8B9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573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FFDFC"/>
                </a:solidFill>
              </a:defRPr>
            </a:defPPr>
            <a:lvl1pPr algn="l">
              <a:defRPr sz="1650" b="1">
                <a:solidFill>
                  <a:srgbClr val="FFFDFC"/>
                </a:solidFill>
              </a:defRPr>
            </a:lvl1pPr>
            <a:lvl2pPr algn="l">
              <a:defRPr sz="1650" b="1">
                <a:solidFill>
                  <a:srgbClr val="FFFDFC"/>
                </a:solidFill>
              </a:defRPr>
            </a:lvl2pPr>
            <a:lvl3pPr algn="l">
              <a:defRPr sz="1650" b="1">
                <a:solidFill>
                  <a:srgbClr val="FFFDFC"/>
                </a:solidFill>
              </a:defRPr>
            </a:lvl3pPr>
            <a:lvl4pPr algn="l">
              <a:defRPr sz="1650" b="1">
                <a:solidFill>
                  <a:srgbClr val="FFFDFC"/>
                </a:solidFill>
              </a:defRPr>
            </a:lvl4pPr>
            <a:lvl5pPr algn="l">
              <a:defRPr sz="1650" b="1">
                <a:solidFill>
                  <a:srgbClr val="FFFDFC"/>
                </a:solidFill>
              </a:defRPr>
            </a:lvl5pPr>
            <a:lvl6pPr algn="l">
              <a:defRPr sz="1650" b="1">
                <a:solidFill>
                  <a:srgbClr val="FFFDFC"/>
                </a:solidFill>
              </a:defRPr>
            </a:lvl6pPr>
            <a:lvl7pPr algn="l">
              <a:defRPr sz="1650" b="1">
                <a:solidFill>
                  <a:srgbClr val="FFFDFC"/>
                </a:solidFill>
              </a:defRPr>
            </a:lvl7pPr>
            <a:lvl8pPr algn="l">
              <a:defRPr sz="1650" b="1">
                <a:solidFill>
                  <a:srgbClr val="FFFDFC"/>
                </a:solidFill>
              </a:defRPr>
            </a:lvl8pPr>
            <a:lvl9pPr algn="l">
              <a:defRPr sz="1650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DFC"/>
                </a:solidFill>
              </a:defRPr>
            </a:pPr>
            <a:r>
              <a:rPr sz="1650" b="1">
                <a:solidFill>
                  <a:srgbClr val="FFFDFC"/>
                </a:solidFill>
              </a:rPr>
              <a:t>Demo sugerida · 3 a 5 minutos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7A1568-B9AD-47C2-9A87-0C27F9D8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859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C47A45"/>
                </a:solidFill>
              </a:defRPr>
            </a:defPPr>
            <a:lvl1pPr algn="l">
              <a:defRPr sz="1350" b="1">
                <a:solidFill>
                  <a:srgbClr val="C47A45"/>
                </a:solidFill>
              </a:defRPr>
            </a:lvl1pPr>
            <a:lvl2pPr algn="l">
              <a:defRPr sz="1350" b="1">
                <a:solidFill>
                  <a:srgbClr val="C47A45"/>
                </a:solidFill>
              </a:defRPr>
            </a:lvl2pPr>
            <a:lvl3pPr algn="l">
              <a:defRPr sz="1350" b="1">
                <a:solidFill>
                  <a:srgbClr val="C47A45"/>
                </a:solidFill>
              </a:defRPr>
            </a:lvl3pPr>
            <a:lvl4pPr algn="l">
              <a:defRPr sz="1350" b="1">
                <a:solidFill>
                  <a:srgbClr val="C47A45"/>
                </a:solidFill>
              </a:defRPr>
            </a:lvl4pPr>
            <a:lvl5pPr algn="l">
              <a:defRPr sz="1350" b="1">
                <a:solidFill>
                  <a:srgbClr val="C47A45"/>
                </a:solidFill>
              </a:defRPr>
            </a:lvl5pPr>
            <a:lvl6pPr algn="l">
              <a:defRPr sz="1350" b="1">
                <a:solidFill>
                  <a:srgbClr val="C47A45"/>
                </a:solidFill>
              </a:defRPr>
            </a:lvl6pPr>
            <a:lvl7pPr algn="l">
              <a:defRPr sz="1350" b="1">
                <a:solidFill>
                  <a:srgbClr val="C47A45"/>
                </a:solidFill>
              </a:defRPr>
            </a:lvl7pPr>
            <a:lvl8pPr algn="l">
              <a:defRPr sz="1350" b="1">
                <a:solidFill>
                  <a:srgbClr val="C47A45"/>
                </a:solidFill>
              </a:defRPr>
            </a:lvl8pPr>
            <a:lvl9pPr algn="l">
              <a:defRPr sz="1350" b="1">
                <a:solidFill>
                  <a:srgbClr val="C47A4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C47A45"/>
                </a:solidFill>
              </a:defRPr>
            </a:pPr>
            <a:r>
              <a:rPr sz="1350" b="1">
                <a:solidFill>
                  <a:srgbClr val="C47A45"/>
                </a:solidFill>
              </a:rPr>
              <a:t>00:00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68BECF-5D66-4F44-9D5B-6FF409B6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859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F4E8D8"/>
                </a:solidFill>
              </a:defRPr>
            </a:defPPr>
            <a:lvl1pPr algn="l">
              <a:defRPr sz="1425" b="0">
                <a:solidFill>
                  <a:srgbClr val="F4E8D8"/>
                </a:solidFill>
              </a:defRPr>
            </a:lvl1pPr>
            <a:lvl2pPr algn="l">
              <a:defRPr sz="1425" b="0">
                <a:solidFill>
                  <a:srgbClr val="F4E8D8"/>
                </a:solidFill>
              </a:defRPr>
            </a:lvl2pPr>
            <a:lvl3pPr algn="l">
              <a:defRPr sz="1425" b="0">
                <a:solidFill>
                  <a:srgbClr val="F4E8D8"/>
                </a:solidFill>
              </a:defRPr>
            </a:lvl3pPr>
            <a:lvl4pPr algn="l">
              <a:defRPr sz="1425" b="0">
                <a:solidFill>
                  <a:srgbClr val="F4E8D8"/>
                </a:solidFill>
              </a:defRPr>
            </a:lvl4pPr>
            <a:lvl5pPr algn="l">
              <a:defRPr sz="1425" b="0">
                <a:solidFill>
                  <a:srgbClr val="F4E8D8"/>
                </a:solidFill>
              </a:defRPr>
            </a:lvl5pPr>
            <a:lvl6pPr algn="l">
              <a:defRPr sz="1425" b="0">
                <a:solidFill>
                  <a:srgbClr val="F4E8D8"/>
                </a:solidFill>
              </a:defRPr>
            </a:lvl6pPr>
            <a:lvl7pPr algn="l">
              <a:defRPr sz="1425" b="0">
                <a:solidFill>
                  <a:srgbClr val="F4E8D8"/>
                </a:solidFill>
              </a:defRPr>
            </a:lvl7pPr>
            <a:lvl8pPr algn="l">
              <a:defRPr sz="1425" b="0">
                <a:solidFill>
                  <a:srgbClr val="F4E8D8"/>
                </a:solidFill>
              </a:defRPr>
            </a:lvl8pPr>
            <a:lvl9pPr algn="l">
              <a:defRPr sz="1425" b="0">
                <a:solidFill>
                  <a:srgbClr val="F4E8D8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4E8D8"/>
                </a:solidFill>
              </a:defRPr>
            </a:pPr>
            <a:r>
              <a:rPr sz="1425" b="0">
                <a:solidFill>
                  <a:srgbClr val="F4E8D8"/>
                </a:solidFill>
              </a:rPr>
              <a:t>Arquitectura y objetivo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73B3D-B7A3-4F05-A470-611E2051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09800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3798A-22A8-4CE8-88FF-DCC09AD6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098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C47A45"/>
                </a:solidFill>
              </a:defRPr>
            </a:defPPr>
            <a:lvl1pPr algn="l">
              <a:defRPr sz="1350" b="1">
                <a:solidFill>
                  <a:srgbClr val="C47A45"/>
                </a:solidFill>
              </a:defRPr>
            </a:lvl1pPr>
            <a:lvl2pPr algn="l">
              <a:defRPr sz="1350" b="1">
                <a:solidFill>
                  <a:srgbClr val="C47A45"/>
                </a:solidFill>
              </a:defRPr>
            </a:lvl2pPr>
            <a:lvl3pPr algn="l">
              <a:defRPr sz="1350" b="1">
                <a:solidFill>
                  <a:srgbClr val="C47A45"/>
                </a:solidFill>
              </a:defRPr>
            </a:lvl3pPr>
            <a:lvl4pPr algn="l">
              <a:defRPr sz="1350" b="1">
                <a:solidFill>
                  <a:srgbClr val="C47A45"/>
                </a:solidFill>
              </a:defRPr>
            </a:lvl4pPr>
            <a:lvl5pPr algn="l">
              <a:defRPr sz="1350" b="1">
                <a:solidFill>
                  <a:srgbClr val="C47A45"/>
                </a:solidFill>
              </a:defRPr>
            </a:lvl5pPr>
            <a:lvl6pPr algn="l">
              <a:defRPr sz="1350" b="1">
                <a:solidFill>
                  <a:srgbClr val="C47A45"/>
                </a:solidFill>
              </a:defRPr>
            </a:lvl6pPr>
            <a:lvl7pPr algn="l">
              <a:defRPr sz="1350" b="1">
                <a:solidFill>
                  <a:srgbClr val="C47A45"/>
                </a:solidFill>
              </a:defRPr>
            </a:lvl7pPr>
            <a:lvl8pPr algn="l">
              <a:defRPr sz="1350" b="1">
                <a:solidFill>
                  <a:srgbClr val="C47A45"/>
                </a:solidFill>
              </a:defRPr>
            </a:lvl8pPr>
            <a:lvl9pPr algn="l">
              <a:defRPr sz="1350" b="1">
                <a:solidFill>
                  <a:srgbClr val="C47A4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C47A45"/>
                </a:solidFill>
              </a:defRPr>
            </a:pPr>
            <a:r>
              <a:rPr sz="1350" b="1">
                <a:solidFill>
                  <a:srgbClr val="C47A45"/>
                </a:solidFill>
              </a:rPr>
              <a:t>00:40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37C1C5-AEFA-429F-821C-6F86B3F9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098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F4E8D8"/>
                </a:solidFill>
              </a:defRPr>
            </a:defPPr>
            <a:lvl1pPr algn="l">
              <a:defRPr sz="1425" b="0">
                <a:solidFill>
                  <a:srgbClr val="F4E8D8"/>
                </a:solidFill>
              </a:defRPr>
            </a:lvl1pPr>
            <a:lvl2pPr algn="l">
              <a:defRPr sz="1425" b="0">
                <a:solidFill>
                  <a:srgbClr val="F4E8D8"/>
                </a:solidFill>
              </a:defRPr>
            </a:lvl2pPr>
            <a:lvl3pPr algn="l">
              <a:defRPr sz="1425" b="0">
                <a:solidFill>
                  <a:srgbClr val="F4E8D8"/>
                </a:solidFill>
              </a:defRPr>
            </a:lvl3pPr>
            <a:lvl4pPr algn="l">
              <a:defRPr sz="1425" b="0">
                <a:solidFill>
                  <a:srgbClr val="F4E8D8"/>
                </a:solidFill>
              </a:defRPr>
            </a:lvl4pPr>
            <a:lvl5pPr algn="l">
              <a:defRPr sz="1425" b="0">
                <a:solidFill>
                  <a:srgbClr val="F4E8D8"/>
                </a:solidFill>
              </a:defRPr>
            </a:lvl5pPr>
            <a:lvl6pPr algn="l">
              <a:defRPr sz="1425" b="0">
                <a:solidFill>
                  <a:srgbClr val="F4E8D8"/>
                </a:solidFill>
              </a:defRPr>
            </a:lvl6pPr>
            <a:lvl7pPr algn="l">
              <a:defRPr sz="1425" b="0">
                <a:solidFill>
                  <a:srgbClr val="F4E8D8"/>
                </a:solidFill>
              </a:defRPr>
            </a:lvl7pPr>
            <a:lvl8pPr algn="l">
              <a:defRPr sz="1425" b="0">
                <a:solidFill>
                  <a:srgbClr val="F4E8D8"/>
                </a:solidFill>
              </a:defRPr>
            </a:lvl8pPr>
            <a:lvl9pPr algn="l">
              <a:defRPr sz="1425" b="0">
                <a:solidFill>
                  <a:srgbClr val="F4E8D8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4E8D8"/>
                </a:solidFill>
              </a:defRPr>
            </a:pPr>
            <a:r>
              <a:rPr sz="1425" b="0">
                <a:solidFill>
                  <a:srgbClr val="F4E8D8"/>
                </a:solidFill>
              </a:rPr>
              <a:t>Prueba 90/10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5B62A5-E3F7-483B-B3B7-AFD46017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33700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A0C3E8-9489-4D7E-89C1-2A2C7F09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337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C47A45"/>
                </a:solidFill>
              </a:defRPr>
            </a:defPPr>
            <a:lvl1pPr algn="l">
              <a:defRPr sz="1350" b="1">
                <a:solidFill>
                  <a:srgbClr val="C47A45"/>
                </a:solidFill>
              </a:defRPr>
            </a:lvl1pPr>
            <a:lvl2pPr algn="l">
              <a:defRPr sz="1350" b="1">
                <a:solidFill>
                  <a:srgbClr val="C47A45"/>
                </a:solidFill>
              </a:defRPr>
            </a:lvl2pPr>
            <a:lvl3pPr algn="l">
              <a:defRPr sz="1350" b="1">
                <a:solidFill>
                  <a:srgbClr val="C47A45"/>
                </a:solidFill>
              </a:defRPr>
            </a:lvl3pPr>
            <a:lvl4pPr algn="l">
              <a:defRPr sz="1350" b="1">
                <a:solidFill>
                  <a:srgbClr val="C47A45"/>
                </a:solidFill>
              </a:defRPr>
            </a:lvl4pPr>
            <a:lvl5pPr algn="l">
              <a:defRPr sz="1350" b="1">
                <a:solidFill>
                  <a:srgbClr val="C47A45"/>
                </a:solidFill>
              </a:defRPr>
            </a:lvl5pPr>
            <a:lvl6pPr algn="l">
              <a:defRPr sz="1350" b="1">
                <a:solidFill>
                  <a:srgbClr val="C47A45"/>
                </a:solidFill>
              </a:defRPr>
            </a:lvl6pPr>
            <a:lvl7pPr algn="l">
              <a:defRPr sz="1350" b="1">
                <a:solidFill>
                  <a:srgbClr val="C47A45"/>
                </a:solidFill>
              </a:defRPr>
            </a:lvl7pPr>
            <a:lvl8pPr algn="l">
              <a:defRPr sz="1350" b="1">
                <a:solidFill>
                  <a:srgbClr val="C47A45"/>
                </a:solidFill>
              </a:defRPr>
            </a:lvl8pPr>
            <a:lvl9pPr algn="l">
              <a:defRPr sz="1350" b="1">
                <a:solidFill>
                  <a:srgbClr val="C47A4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C47A45"/>
                </a:solidFill>
              </a:defRPr>
            </a:pPr>
            <a:r>
              <a:rPr sz="1350" b="1">
                <a:solidFill>
                  <a:srgbClr val="C47A45"/>
                </a:solidFill>
              </a:rPr>
              <a:t>01:40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8A1F95-A3D9-4D0D-A3B8-EB2648C4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337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F4E8D8"/>
                </a:solidFill>
              </a:defRPr>
            </a:defPPr>
            <a:lvl1pPr algn="l">
              <a:defRPr sz="1425" b="0">
                <a:solidFill>
                  <a:srgbClr val="F4E8D8"/>
                </a:solidFill>
              </a:defRPr>
            </a:lvl1pPr>
            <a:lvl2pPr algn="l">
              <a:defRPr sz="1425" b="0">
                <a:solidFill>
                  <a:srgbClr val="F4E8D8"/>
                </a:solidFill>
              </a:defRPr>
            </a:lvl2pPr>
            <a:lvl3pPr algn="l">
              <a:defRPr sz="1425" b="0">
                <a:solidFill>
                  <a:srgbClr val="F4E8D8"/>
                </a:solidFill>
              </a:defRPr>
            </a:lvl3pPr>
            <a:lvl4pPr algn="l">
              <a:defRPr sz="1425" b="0">
                <a:solidFill>
                  <a:srgbClr val="F4E8D8"/>
                </a:solidFill>
              </a:defRPr>
            </a:lvl4pPr>
            <a:lvl5pPr algn="l">
              <a:defRPr sz="1425" b="0">
                <a:solidFill>
                  <a:srgbClr val="F4E8D8"/>
                </a:solidFill>
              </a:defRPr>
            </a:lvl5pPr>
            <a:lvl6pPr algn="l">
              <a:defRPr sz="1425" b="0">
                <a:solidFill>
                  <a:srgbClr val="F4E8D8"/>
                </a:solidFill>
              </a:defRPr>
            </a:lvl6pPr>
            <a:lvl7pPr algn="l">
              <a:defRPr sz="1425" b="0">
                <a:solidFill>
                  <a:srgbClr val="F4E8D8"/>
                </a:solidFill>
              </a:defRPr>
            </a:lvl7pPr>
            <a:lvl8pPr algn="l">
              <a:defRPr sz="1425" b="0">
                <a:solidFill>
                  <a:srgbClr val="F4E8D8"/>
                </a:solidFill>
              </a:defRPr>
            </a:lvl8pPr>
            <a:lvl9pPr algn="l">
              <a:defRPr sz="1425" b="0">
                <a:solidFill>
                  <a:srgbClr val="F4E8D8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4E8D8"/>
                </a:solidFill>
              </a:defRPr>
            </a:pPr>
            <a:r>
              <a:rPr sz="1425" b="0">
                <a:solidFill>
                  <a:srgbClr val="F4E8D8"/>
                </a:solidFill>
              </a:rPr>
              <a:t>Pedido compartido entre V1 y V2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8438E3-DB5B-422A-A8E6-D6205A45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57600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20439-9E06-49D0-9AE6-72556C38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576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C47A45"/>
                </a:solidFill>
              </a:defRPr>
            </a:defPPr>
            <a:lvl1pPr algn="l">
              <a:defRPr sz="1350" b="1">
                <a:solidFill>
                  <a:srgbClr val="C47A45"/>
                </a:solidFill>
              </a:defRPr>
            </a:lvl1pPr>
            <a:lvl2pPr algn="l">
              <a:defRPr sz="1350" b="1">
                <a:solidFill>
                  <a:srgbClr val="C47A45"/>
                </a:solidFill>
              </a:defRPr>
            </a:lvl2pPr>
            <a:lvl3pPr algn="l">
              <a:defRPr sz="1350" b="1">
                <a:solidFill>
                  <a:srgbClr val="C47A45"/>
                </a:solidFill>
              </a:defRPr>
            </a:lvl3pPr>
            <a:lvl4pPr algn="l">
              <a:defRPr sz="1350" b="1">
                <a:solidFill>
                  <a:srgbClr val="C47A45"/>
                </a:solidFill>
              </a:defRPr>
            </a:lvl4pPr>
            <a:lvl5pPr algn="l">
              <a:defRPr sz="1350" b="1">
                <a:solidFill>
                  <a:srgbClr val="C47A45"/>
                </a:solidFill>
              </a:defRPr>
            </a:lvl5pPr>
            <a:lvl6pPr algn="l">
              <a:defRPr sz="1350" b="1">
                <a:solidFill>
                  <a:srgbClr val="C47A45"/>
                </a:solidFill>
              </a:defRPr>
            </a:lvl6pPr>
            <a:lvl7pPr algn="l">
              <a:defRPr sz="1350" b="1">
                <a:solidFill>
                  <a:srgbClr val="C47A45"/>
                </a:solidFill>
              </a:defRPr>
            </a:lvl7pPr>
            <a:lvl8pPr algn="l">
              <a:defRPr sz="1350" b="1">
                <a:solidFill>
                  <a:srgbClr val="C47A45"/>
                </a:solidFill>
              </a:defRPr>
            </a:lvl8pPr>
            <a:lvl9pPr algn="l">
              <a:defRPr sz="1350" b="1">
                <a:solidFill>
                  <a:srgbClr val="C47A4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C47A45"/>
                </a:solidFill>
              </a:defRPr>
            </a:pPr>
            <a:r>
              <a:rPr sz="1350" b="1">
                <a:solidFill>
                  <a:srgbClr val="C47A45"/>
                </a:solidFill>
              </a:rPr>
              <a:t>02:40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CEF994-B605-4534-97A5-38264F3B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576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F4E8D8"/>
                </a:solidFill>
              </a:defRPr>
            </a:defPPr>
            <a:lvl1pPr algn="l">
              <a:defRPr sz="1425" b="0">
                <a:solidFill>
                  <a:srgbClr val="F4E8D8"/>
                </a:solidFill>
              </a:defRPr>
            </a:lvl1pPr>
            <a:lvl2pPr algn="l">
              <a:defRPr sz="1425" b="0">
                <a:solidFill>
                  <a:srgbClr val="F4E8D8"/>
                </a:solidFill>
              </a:defRPr>
            </a:lvl2pPr>
            <a:lvl3pPr algn="l">
              <a:defRPr sz="1425" b="0">
                <a:solidFill>
                  <a:srgbClr val="F4E8D8"/>
                </a:solidFill>
              </a:defRPr>
            </a:lvl3pPr>
            <a:lvl4pPr algn="l">
              <a:defRPr sz="1425" b="0">
                <a:solidFill>
                  <a:srgbClr val="F4E8D8"/>
                </a:solidFill>
              </a:defRPr>
            </a:lvl4pPr>
            <a:lvl5pPr algn="l">
              <a:defRPr sz="1425" b="0">
                <a:solidFill>
                  <a:srgbClr val="F4E8D8"/>
                </a:solidFill>
              </a:defRPr>
            </a:lvl5pPr>
            <a:lvl6pPr algn="l">
              <a:defRPr sz="1425" b="0">
                <a:solidFill>
                  <a:srgbClr val="F4E8D8"/>
                </a:solidFill>
              </a:defRPr>
            </a:lvl6pPr>
            <a:lvl7pPr algn="l">
              <a:defRPr sz="1425" b="0">
                <a:solidFill>
                  <a:srgbClr val="F4E8D8"/>
                </a:solidFill>
              </a:defRPr>
            </a:lvl7pPr>
            <a:lvl8pPr algn="l">
              <a:defRPr sz="1425" b="0">
                <a:solidFill>
                  <a:srgbClr val="F4E8D8"/>
                </a:solidFill>
              </a:defRPr>
            </a:lvl8pPr>
            <a:lvl9pPr algn="l">
              <a:defRPr sz="1425" b="0">
                <a:solidFill>
                  <a:srgbClr val="F4E8D8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4E8D8"/>
                </a:solidFill>
              </a:defRPr>
            </a:pPr>
            <a:r>
              <a:rPr sz="1425" b="0">
                <a:solidFill>
                  <a:srgbClr val="F4E8D8"/>
                </a:solidFill>
              </a:rPr>
              <a:t>Aumento a 50/50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D54AFA-001D-42EC-8C9E-48FF1BF5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81500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3AD0DA-EE76-4476-BF3A-34A0E481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815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C47A45"/>
                </a:solidFill>
              </a:defRPr>
            </a:defPPr>
            <a:lvl1pPr algn="l">
              <a:defRPr sz="1350" b="1">
                <a:solidFill>
                  <a:srgbClr val="C47A45"/>
                </a:solidFill>
              </a:defRPr>
            </a:lvl1pPr>
            <a:lvl2pPr algn="l">
              <a:defRPr sz="1350" b="1">
                <a:solidFill>
                  <a:srgbClr val="C47A45"/>
                </a:solidFill>
              </a:defRPr>
            </a:lvl2pPr>
            <a:lvl3pPr algn="l">
              <a:defRPr sz="1350" b="1">
                <a:solidFill>
                  <a:srgbClr val="C47A45"/>
                </a:solidFill>
              </a:defRPr>
            </a:lvl3pPr>
            <a:lvl4pPr algn="l">
              <a:defRPr sz="1350" b="1">
                <a:solidFill>
                  <a:srgbClr val="C47A45"/>
                </a:solidFill>
              </a:defRPr>
            </a:lvl4pPr>
            <a:lvl5pPr algn="l">
              <a:defRPr sz="1350" b="1">
                <a:solidFill>
                  <a:srgbClr val="C47A45"/>
                </a:solidFill>
              </a:defRPr>
            </a:lvl5pPr>
            <a:lvl6pPr algn="l">
              <a:defRPr sz="1350" b="1">
                <a:solidFill>
                  <a:srgbClr val="C47A45"/>
                </a:solidFill>
              </a:defRPr>
            </a:lvl6pPr>
            <a:lvl7pPr algn="l">
              <a:defRPr sz="1350" b="1">
                <a:solidFill>
                  <a:srgbClr val="C47A45"/>
                </a:solidFill>
              </a:defRPr>
            </a:lvl7pPr>
            <a:lvl8pPr algn="l">
              <a:defRPr sz="1350" b="1">
                <a:solidFill>
                  <a:srgbClr val="C47A45"/>
                </a:solidFill>
              </a:defRPr>
            </a:lvl8pPr>
            <a:lvl9pPr algn="l">
              <a:defRPr sz="1350" b="1">
                <a:solidFill>
                  <a:srgbClr val="C47A4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C47A45"/>
                </a:solidFill>
              </a:defRPr>
            </a:pPr>
            <a:r>
              <a:rPr sz="1350" b="1">
                <a:solidFill>
                  <a:srgbClr val="C47A45"/>
                </a:solidFill>
              </a:rPr>
              <a:t>03:30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544BA4-8BFC-4C15-A1A2-5FDF7FD7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815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4E8D8"/>
                </a:solidFill>
              </a:defRPr>
            </a:defPPr>
            <a:lvl1pPr algn="l">
              <a:defRPr sz="1425" b="1">
                <a:solidFill>
                  <a:srgbClr val="F4E8D8"/>
                </a:solidFill>
              </a:defRPr>
            </a:lvl1pPr>
            <a:lvl2pPr algn="l">
              <a:defRPr sz="1425" b="1">
                <a:solidFill>
                  <a:srgbClr val="F4E8D8"/>
                </a:solidFill>
              </a:defRPr>
            </a:lvl2pPr>
            <a:lvl3pPr algn="l">
              <a:defRPr sz="1425" b="1">
                <a:solidFill>
                  <a:srgbClr val="F4E8D8"/>
                </a:solidFill>
              </a:defRPr>
            </a:lvl3pPr>
            <a:lvl4pPr algn="l">
              <a:defRPr sz="1425" b="1">
                <a:solidFill>
                  <a:srgbClr val="F4E8D8"/>
                </a:solidFill>
              </a:defRPr>
            </a:lvl4pPr>
            <a:lvl5pPr algn="l">
              <a:defRPr sz="1425" b="1">
                <a:solidFill>
                  <a:srgbClr val="F4E8D8"/>
                </a:solidFill>
              </a:defRPr>
            </a:lvl5pPr>
            <a:lvl6pPr algn="l">
              <a:defRPr sz="1425" b="1">
                <a:solidFill>
                  <a:srgbClr val="F4E8D8"/>
                </a:solidFill>
              </a:defRPr>
            </a:lvl6pPr>
            <a:lvl7pPr algn="l">
              <a:defRPr sz="1425" b="1">
                <a:solidFill>
                  <a:srgbClr val="F4E8D8"/>
                </a:solidFill>
              </a:defRPr>
            </a:lvl7pPr>
            <a:lvl8pPr algn="l">
              <a:defRPr sz="1425" b="1">
                <a:solidFill>
                  <a:srgbClr val="F4E8D8"/>
                </a:solidFill>
              </a:defRPr>
            </a:lvl8pPr>
            <a:lvl9pPr algn="l">
              <a:defRPr sz="1425" b="1">
                <a:solidFill>
                  <a:srgbClr val="F4E8D8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E8D8"/>
                </a:solidFill>
              </a:defRPr>
            </a:pPr>
            <a:r>
              <a:rPr sz="1425" b="1">
                <a:solidFill>
                  <a:srgbClr val="F4E8D8"/>
                </a:solidFill>
              </a:rPr>
              <a:t>Rollback a 100 % V1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D82C08-68CE-4D4B-8C7A-530C95A0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2954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3B4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1650E5-DDD0-4C52-A874-5D03CF15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292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171412"/>
                </a:solidFill>
              </a:defRPr>
            </a:defPPr>
            <a:lvl1pPr algn="ctr">
              <a:defRPr sz="975" b="1">
                <a:solidFill>
                  <a:srgbClr val="171412"/>
                </a:solidFill>
              </a:defRPr>
            </a:lvl1pPr>
            <a:lvl2pPr algn="ctr">
              <a:defRPr sz="975" b="1">
                <a:solidFill>
                  <a:srgbClr val="171412"/>
                </a:solidFill>
              </a:defRPr>
            </a:lvl2pPr>
            <a:lvl3pPr algn="ctr">
              <a:defRPr sz="975" b="1">
                <a:solidFill>
                  <a:srgbClr val="171412"/>
                </a:solidFill>
              </a:defRPr>
            </a:lvl3pPr>
            <a:lvl4pPr algn="ctr">
              <a:defRPr sz="975" b="1">
                <a:solidFill>
                  <a:srgbClr val="171412"/>
                </a:solidFill>
              </a:defRPr>
            </a:lvl4pPr>
            <a:lvl5pPr algn="ctr">
              <a:defRPr sz="975" b="1">
                <a:solidFill>
                  <a:srgbClr val="171412"/>
                </a:solidFill>
              </a:defRPr>
            </a:lvl5pPr>
            <a:lvl6pPr algn="ctr">
              <a:defRPr sz="975" b="1">
                <a:solidFill>
                  <a:srgbClr val="171412"/>
                </a:solidFill>
              </a:defRPr>
            </a:lvl6pPr>
            <a:lvl7pPr algn="ctr">
              <a:defRPr sz="975" b="1">
                <a:solidFill>
                  <a:srgbClr val="171412"/>
                </a:solidFill>
              </a:defRPr>
            </a:lvl7pPr>
            <a:lvl8pPr algn="ctr">
              <a:defRPr sz="975" b="1">
                <a:solidFill>
                  <a:srgbClr val="171412"/>
                </a:solidFill>
              </a:defRPr>
            </a:lvl8pPr>
            <a:lvl9pPr algn="ctr">
              <a:defRPr sz="975" b="1">
                <a:solidFill>
                  <a:srgbClr val="171412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71412"/>
                </a:solidFill>
              </a:defRPr>
            </a:pPr>
            <a:r>
              <a:rPr sz="975" b="1">
                <a:solidFill>
                  <a:srgbClr val="171412"/>
                </a:solidFill>
              </a:rPr>
              <a:t>LIMITACIÓN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71501A-18CA-4A7C-8A56-0D441E34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4355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FDFC"/>
                </a:solidFill>
              </a:defRPr>
            </a:defPPr>
            <a:lvl1pPr algn="l">
              <a:defRPr sz="1575" b="1">
                <a:solidFill>
                  <a:srgbClr val="FFFDFC"/>
                </a:solidFill>
              </a:defRPr>
            </a:lvl1pPr>
            <a:lvl2pPr algn="l">
              <a:defRPr sz="1575" b="1">
                <a:solidFill>
                  <a:srgbClr val="FFFDFC"/>
                </a:solidFill>
              </a:defRPr>
            </a:lvl2pPr>
            <a:lvl3pPr algn="l">
              <a:defRPr sz="1575" b="1">
                <a:solidFill>
                  <a:srgbClr val="FFFDFC"/>
                </a:solidFill>
              </a:defRPr>
            </a:lvl3pPr>
            <a:lvl4pPr algn="l">
              <a:defRPr sz="1575" b="1">
                <a:solidFill>
                  <a:srgbClr val="FFFDFC"/>
                </a:solidFill>
              </a:defRPr>
            </a:lvl4pPr>
            <a:lvl5pPr algn="l">
              <a:defRPr sz="1575" b="1">
                <a:solidFill>
                  <a:srgbClr val="FFFDFC"/>
                </a:solidFill>
              </a:defRPr>
            </a:lvl5pPr>
            <a:lvl6pPr algn="l">
              <a:defRPr sz="1575" b="1">
                <a:solidFill>
                  <a:srgbClr val="FFFDFC"/>
                </a:solidFill>
              </a:defRPr>
            </a:lvl6pPr>
            <a:lvl7pPr algn="l">
              <a:defRPr sz="1575" b="1">
                <a:solidFill>
                  <a:srgbClr val="FFFDFC"/>
                </a:solidFill>
              </a:defRPr>
            </a:lvl7pPr>
            <a:lvl8pPr algn="l">
              <a:defRPr sz="1575" b="1">
                <a:solidFill>
                  <a:srgbClr val="FFFDFC"/>
                </a:solidFill>
              </a:defRPr>
            </a:lvl8pPr>
            <a:lvl9pPr algn="l">
              <a:defRPr sz="1575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DFC"/>
                </a:solidFill>
              </a:defRPr>
            </a:pPr>
            <a:r>
              <a:rPr sz="1575" b="1">
                <a:solidFill>
                  <a:srgbClr val="FFFDFC"/>
                </a:solidFill>
              </a:rPr>
              <a:t>El reparto Canary ocurre por solicitud. No existe afinidad por usuario.</a:t>
            </a:r>
          </a:p>
        </p:txBody>
      </p:sp>
    </p:spTree>
    <p:extLst>
      <p:ext uri="{BB962C8B-B14F-4D97-AF65-F5344CB8AC3E}">
        <p14:creationId xmlns:p14="http://schemas.microsoft.com/office/powerpoint/2010/main" val="4267665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D3B4C-6693-41B5-A0EF-12CEE5D5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C47A45"/>
                </a:solidFill>
              </a:defRPr>
            </a:defPPr>
            <a:lvl1pPr algn="l">
              <a:defRPr sz="1050" b="1">
                <a:solidFill>
                  <a:srgbClr val="C47A45"/>
                </a:solidFill>
              </a:defRPr>
            </a:lvl1pPr>
            <a:lvl2pPr algn="l">
              <a:defRPr sz="1050" b="1">
                <a:solidFill>
                  <a:srgbClr val="C47A45"/>
                </a:solidFill>
              </a:defRPr>
            </a:lvl2pPr>
            <a:lvl3pPr algn="l">
              <a:defRPr sz="1050" b="1">
                <a:solidFill>
                  <a:srgbClr val="C47A45"/>
                </a:solidFill>
              </a:defRPr>
            </a:lvl3pPr>
            <a:lvl4pPr algn="l">
              <a:defRPr sz="1050" b="1">
                <a:solidFill>
                  <a:srgbClr val="C47A45"/>
                </a:solidFill>
              </a:defRPr>
            </a:lvl4pPr>
            <a:lvl5pPr algn="l">
              <a:defRPr sz="1050" b="1">
                <a:solidFill>
                  <a:srgbClr val="C47A45"/>
                </a:solidFill>
              </a:defRPr>
            </a:lvl5pPr>
            <a:lvl6pPr algn="l">
              <a:defRPr sz="1050" b="1">
                <a:solidFill>
                  <a:srgbClr val="C47A45"/>
                </a:solidFill>
              </a:defRPr>
            </a:lvl6pPr>
            <a:lvl7pPr algn="l">
              <a:defRPr sz="1050" b="1">
                <a:solidFill>
                  <a:srgbClr val="C47A45"/>
                </a:solidFill>
              </a:defRPr>
            </a:lvl7pPr>
            <a:lvl8pPr algn="l">
              <a:defRPr sz="1050" b="1">
                <a:solidFill>
                  <a:srgbClr val="C47A45"/>
                </a:solidFill>
              </a:defRPr>
            </a:lvl8pPr>
            <a:lvl9pPr algn="l">
              <a:defRPr sz="1050" b="1">
                <a:solidFill>
                  <a:srgbClr val="C47A4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C47A45"/>
                </a:solidFill>
              </a:defRPr>
            </a:pPr>
            <a:r>
              <a:rPr sz="1050" b="1">
                <a:solidFill>
                  <a:srgbClr val="C47A45"/>
                </a:solidFill>
              </a:rPr>
              <a:t>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6DD96-7AD7-4862-B40C-283DD003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FFFDFC"/>
                </a:solidFill>
              </a:defRPr>
            </a:defPPr>
            <a:lvl1pPr algn="l">
              <a:defRPr sz="3150" b="1">
                <a:solidFill>
                  <a:srgbClr val="FFFDFC"/>
                </a:solidFill>
              </a:defRPr>
            </a:lvl1pPr>
            <a:lvl2pPr algn="l">
              <a:defRPr sz="3150" b="1">
                <a:solidFill>
                  <a:srgbClr val="FFFDFC"/>
                </a:solidFill>
              </a:defRPr>
            </a:lvl2pPr>
            <a:lvl3pPr algn="l">
              <a:defRPr sz="3150" b="1">
                <a:solidFill>
                  <a:srgbClr val="FFFDFC"/>
                </a:solidFill>
              </a:defRPr>
            </a:lvl3pPr>
            <a:lvl4pPr algn="l">
              <a:defRPr sz="3150" b="1">
                <a:solidFill>
                  <a:srgbClr val="FFFDFC"/>
                </a:solidFill>
              </a:defRPr>
            </a:lvl4pPr>
            <a:lvl5pPr algn="l">
              <a:defRPr sz="3150" b="1">
                <a:solidFill>
                  <a:srgbClr val="FFFDFC"/>
                </a:solidFill>
              </a:defRPr>
            </a:lvl5pPr>
            <a:lvl6pPr algn="l">
              <a:defRPr sz="3150" b="1">
                <a:solidFill>
                  <a:srgbClr val="FFFDFC"/>
                </a:solidFill>
              </a:defRPr>
            </a:lvl6pPr>
            <a:lvl7pPr algn="l">
              <a:defRPr sz="3150" b="1">
                <a:solidFill>
                  <a:srgbClr val="FFFDFC"/>
                </a:solidFill>
              </a:defRPr>
            </a:lvl7pPr>
            <a:lvl8pPr algn="l">
              <a:defRPr sz="3150" b="1">
                <a:solidFill>
                  <a:srgbClr val="FFFDFC"/>
                </a:solidFill>
              </a:defRPr>
            </a:lvl8pPr>
            <a:lvl9pPr algn="l">
              <a:defRPr sz="3150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FDFC"/>
                </a:solidFill>
              </a:defRPr>
            </a:pPr>
            <a:r>
              <a:rPr sz="3150" b="1">
                <a:solidFill>
                  <a:srgbClr val="FFFDFC"/>
                </a:solidFill>
              </a:rPr>
              <a:t>Estado del trabajo y próximos pasos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EE26E-02F1-486F-868A-81A7D860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57EAD-44BC-42BE-BDF6-AFD809F8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B9ADA2"/>
                </a:solidFill>
              </a:defRPr>
            </a:defPPr>
            <a:lvl1pPr algn="l">
              <a:defRPr sz="900" b="0">
                <a:solidFill>
                  <a:srgbClr val="B9ADA2"/>
                </a:solidFill>
              </a:defRPr>
            </a:lvl1pPr>
            <a:lvl2pPr algn="l">
              <a:defRPr sz="900" b="0">
                <a:solidFill>
                  <a:srgbClr val="B9ADA2"/>
                </a:solidFill>
              </a:defRPr>
            </a:lvl2pPr>
            <a:lvl3pPr algn="l">
              <a:defRPr sz="900" b="0">
                <a:solidFill>
                  <a:srgbClr val="B9ADA2"/>
                </a:solidFill>
              </a:defRPr>
            </a:lvl3pPr>
            <a:lvl4pPr algn="l">
              <a:defRPr sz="900" b="0">
                <a:solidFill>
                  <a:srgbClr val="B9ADA2"/>
                </a:solidFill>
              </a:defRPr>
            </a:lvl4pPr>
            <a:lvl5pPr algn="l">
              <a:defRPr sz="900" b="0">
                <a:solidFill>
                  <a:srgbClr val="B9ADA2"/>
                </a:solidFill>
              </a:defRPr>
            </a:lvl5pPr>
            <a:lvl6pPr algn="l">
              <a:defRPr sz="900" b="0">
                <a:solidFill>
                  <a:srgbClr val="B9ADA2"/>
                </a:solidFill>
              </a:defRPr>
            </a:lvl6pPr>
            <a:lvl7pPr algn="l">
              <a:defRPr sz="900" b="0">
                <a:solidFill>
                  <a:srgbClr val="B9ADA2"/>
                </a:solidFill>
              </a:defRPr>
            </a:lvl7pPr>
            <a:lvl8pPr algn="l">
              <a:defRPr sz="900" b="0">
                <a:solidFill>
                  <a:srgbClr val="B9ADA2"/>
                </a:solidFill>
              </a:defRPr>
            </a:lvl8pPr>
            <a:lvl9pPr algn="l">
              <a:defRPr sz="900" b="0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B9ADA2"/>
                </a:solidFill>
              </a:defRPr>
            </a:pPr>
            <a:r>
              <a:rPr sz="900" b="0">
                <a:solidFill>
                  <a:srgbClr val="B9ADA2"/>
                </a:solidFill>
              </a:rPr>
              <a:t>CoffeeQueue · TP DevOps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DF26A-B873-469A-ADA4-6C5E8EA0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B9ADA2"/>
                </a:solidFill>
              </a:defRPr>
            </a:defPPr>
            <a:lvl1pPr algn="r">
              <a:defRPr sz="900" b="1">
                <a:solidFill>
                  <a:srgbClr val="B9ADA2"/>
                </a:solidFill>
              </a:defRPr>
            </a:lvl1pPr>
            <a:lvl2pPr algn="r">
              <a:defRPr sz="900" b="1">
                <a:solidFill>
                  <a:srgbClr val="B9ADA2"/>
                </a:solidFill>
              </a:defRPr>
            </a:lvl2pPr>
            <a:lvl3pPr algn="r">
              <a:defRPr sz="900" b="1">
                <a:solidFill>
                  <a:srgbClr val="B9ADA2"/>
                </a:solidFill>
              </a:defRPr>
            </a:lvl3pPr>
            <a:lvl4pPr algn="r">
              <a:defRPr sz="900" b="1">
                <a:solidFill>
                  <a:srgbClr val="B9ADA2"/>
                </a:solidFill>
              </a:defRPr>
            </a:lvl4pPr>
            <a:lvl5pPr algn="r">
              <a:defRPr sz="900" b="1">
                <a:solidFill>
                  <a:srgbClr val="B9ADA2"/>
                </a:solidFill>
              </a:defRPr>
            </a:lvl5pPr>
            <a:lvl6pPr algn="r">
              <a:defRPr sz="900" b="1">
                <a:solidFill>
                  <a:srgbClr val="B9ADA2"/>
                </a:solidFill>
              </a:defRPr>
            </a:lvl6pPr>
            <a:lvl7pPr algn="r">
              <a:defRPr sz="900" b="1">
                <a:solidFill>
                  <a:srgbClr val="B9ADA2"/>
                </a:solidFill>
              </a:defRPr>
            </a:lvl7pPr>
            <a:lvl8pPr algn="r">
              <a:defRPr sz="900" b="1">
                <a:solidFill>
                  <a:srgbClr val="B9ADA2"/>
                </a:solidFill>
              </a:defRPr>
            </a:lvl8pPr>
            <a:lvl9pPr algn="r">
              <a:defRPr sz="900" b="1">
                <a:solidFill>
                  <a:srgbClr val="B9ADA2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B9ADA2"/>
                </a:solidFill>
              </a:defRPr>
            </a:pPr>
            <a:r>
              <a:rPr sz="900" b="1">
                <a:solidFill>
                  <a:srgbClr val="B9ADA2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59EC4-3816-4102-B2E6-195A9B22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63C69C"/>
                </a:solidFill>
              </a:defRPr>
            </a:defPPr>
            <a:lvl1pPr algn="l">
              <a:defRPr sz="1650" b="1">
                <a:solidFill>
                  <a:srgbClr val="63C69C"/>
                </a:solidFill>
              </a:defRPr>
            </a:lvl1pPr>
            <a:lvl2pPr algn="l">
              <a:defRPr sz="1650" b="1">
                <a:solidFill>
                  <a:srgbClr val="63C69C"/>
                </a:solidFill>
              </a:defRPr>
            </a:lvl2pPr>
            <a:lvl3pPr algn="l">
              <a:defRPr sz="1650" b="1">
                <a:solidFill>
                  <a:srgbClr val="63C69C"/>
                </a:solidFill>
              </a:defRPr>
            </a:lvl3pPr>
            <a:lvl4pPr algn="l">
              <a:defRPr sz="1650" b="1">
                <a:solidFill>
                  <a:srgbClr val="63C69C"/>
                </a:solidFill>
              </a:defRPr>
            </a:lvl4pPr>
            <a:lvl5pPr algn="l">
              <a:defRPr sz="1650" b="1">
                <a:solidFill>
                  <a:srgbClr val="63C69C"/>
                </a:solidFill>
              </a:defRPr>
            </a:lvl5pPr>
            <a:lvl6pPr algn="l">
              <a:defRPr sz="1650" b="1">
                <a:solidFill>
                  <a:srgbClr val="63C69C"/>
                </a:solidFill>
              </a:defRPr>
            </a:lvl6pPr>
            <a:lvl7pPr algn="l">
              <a:defRPr sz="1650" b="1">
                <a:solidFill>
                  <a:srgbClr val="63C69C"/>
                </a:solidFill>
              </a:defRPr>
            </a:lvl7pPr>
            <a:lvl8pPr algn="l">
              <a:defRPr sz="1650" b="1">
                <a:solidFill>
                  <a:srgbClr val="63C69C"/>
                </a:solidFill>
              </a:defRPr>
            </a:lvl8pPr>
            <a:lvl9pPr algn="l">
              <a:defRPr sz="1650" b="1">
                <a:solidFill>
                  <a:srgbClr val="63C69C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63C69C"/>
                </a:solidFill>
              </a:defRPr>
            </a:pPr>
            <a:r>
              <a:rPr sz="1650" b="1">
                <a:solidFill>
                  <a:srgbClr val="63C69C"/>
                </a:solidFill>
              </a:rPr>
              <a:t>Comprobado en esta rama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89BA3-F07B-4398-81BE-A957A5FA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7625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4E8D8"/>
                </a:solidFill>
              </a:defRPr>
            </a:defPPr>
            <a:lvl1pPr algn="l">
              <a:defRPr sz="1575" b="0">
                <a:solidFill>
                  <a:srgbClr val="F4E8D8"/>
                </a:solidFill>
              </a:defRPr>
            </a:lvl1pPr>
            <a:lvl2pPr algn="l">
              <a:defRPr sz="1575" b="0">
                <a:solidFill>
                  <a:srgbClr val="F4E8D8"/>
                </a:solidFill>
              </a:defRPr>
            </a:lvl2pPr>
            <a:lvl3pPr algn="l">
              <a:defRPr sz="1575" b="0">
                <a:solidFill>
                  <a:srgbClr val="F4E8D8"/>
                </a:solidFill>
              </a:defRPr>
            </a:lvl3pPr>
            <a:lvl4pPr algn="l">
              <a:defRPr sz="1575" b="0">
                <a:solidFill>
                  <a:srgbClr val="F4E8D8"/>
                </a:solidFill>
              </a:defRPr>
            </a:lvl4pPr>
            <a:lvl5pPr algn="l">
              <a:defRPr sz="1575" b="0">
                <a:solidFill>
                  <a:srgbClr val="F4E8D8"/>
                </a:solidFill>
              </a:defRPr>
            </a:lvl5pPr>
            <a:lvl6pPr algn="l">
              <a:defRPr sz="1575" b="0">
                <a:solidFill>
                  <a:srgbClr val="F4E8D8"/>
                </a:solidFill>
              </a:defRPr>
            </a:lvl6pPr>
            <a:lvl7pPr algn="l">
              <a:defRPr sz="1575" b="0">
                <a:solidFill>
                  <a:srgbClr val="F4E8D8"/>
                </a:solidFill>
              </a:defRPr>
            </a:lvl7pPr>
            <a:lvl8pPr algn="l">
              <a:defRPr sz="1575" b="0">
                <a:solidFill>
                  <a:srgbClr val="F4E8D8"/>
                </a:solidFill>
              </a:defRPr>
            </a:lvl8pPr>
            <a:lvl9pPr algn="l">
              <a:defRPr sz="1575" b="0">
                <a:solidFill>
                  <a:srgbClr val="F4E8D8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E8D8"/>
                </a:solidFill>
              </a:defRPr>
            </a:pPr>
            <a:r>
              <a:rPr sz="1575" b="0">
                <a:solidFill>
                  <a:srgbClr val="F4E8D8"/>
                </a:solidFill>
              </a:rPr>
              <a:t>Canary 90/10 real</a:t>
            </a:r>
          </a:p>
          <a:p xmlns:a="http://schemas.openxmlformats.org/drawingml/2006/main">
            <a:pPr algn="l">
              <a:defRPr sz="1575" b="0">
                <a:solidFill>
                  <a:srgbClr val="F4E8D8"/>
                </a:solidFill>
              </a:defRPr>
            </a:pPr>
            <a:r>
              <a:rPr sz="1575" b="0">
                <a:solidFill>
                  <a:srgbClr val="F4E8D8"/>
                </a:solidFill>
              </a:rPr>
              <a:t>Rollback configurable</a:t>
            </a:r>
          </a:p>
          <a:p xmlns:a="http://schemas.openxmlformats.org/drawingml/2006/main">
            <a:pPr algn="l">
              <a:defRPr sz="1575" b="0">
                <a:solidFill>
                  <a:srgbClr val="F4E8D8"/>
                </a:solidFill>
              </a:defRPr>
            </a:pPr>
            <a:r>
              <a:rPr sz="1575" b="0">
                <a:solidFill>
                  <a:srgbClr val="F4E8D8"/>
                </a:solidFill>
              </a:rPr>
              <a:t>API y Redis compartidos</a:t>
            </a:r>
          </a:p>
          <a:p xmlns:a="http://schemas.openxmlformats.org/drawingml/2006/main">
            <a:pPr algn="l">
              <a:defRPr sz="1575" b="0">
                <a:solidFill>
                  <a:srgbClr val="F4E8D8"/>
                </a:solidFill>
              </a:defRPr>
            </a:pPr>
            <a:r>
              <a:rPr sz="1575" b="0">
                <a:solidFill>
                  <a:srgbClr val="F4E8D8"/>
                </a:solidFill>
              </a:rPr>
              <a:t>Build, lint y pruebas API</a:t>
            </a:r>
          </a:p>
          <a:p xmlns:a="http://schemas.openxmlformats.org/drawingml/2006/main">
            <a:pPr algn="l">
              <a:defRPr sz="1575" b="0">
                <a:solidFill>
                  <a:srgbClr val="F4E8D8"/>
                </a:solidFill>
              </a:defRPr>
            </a:pPr>
            <a:r>
              <a:rPr sz="1575" b="0">
                <a:solidFill>
                  <a:srgbClr val="F4E8D8"/>
                </a:solidFill>
              </a:rPr>
              <a:t>README y scripts de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63D9C-8CF9-48C8-B6BB-C20C23C4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2382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E3B45E"/>
                </a:solidFill>
              </a:defRPr>
            </a:defPPr>
            <a:lvl1pPr algn="l">
              <a:defRPr sz="1650" b="1">
                <a:solidFill>
                  <a:srgbClr val="E3B45E"/>
                </a:solidFill>
              </a:defRPr>
            </a:lvl1pPr>
            <a:lvl2pPr algn="l">
              <a:defRPr sz="1650" b="1">
                <a:solidFill>
                  <a:srgbClr val="E3B45E"/>
                </a:solidFill>
              </a:defRPr>
            </a:lvl2pPr>
            <a:lvl3pPr algn="l">
              <a:defRPr sz="1650" b="1">
                <a:solidFill>
                  <a:srgbClr val="E3B45E"/>
                </a:solidFill>
              </a:defRPr>
            </a:lvl3pPr>
            <a:lvl4pPr algn="l">
              <a:defRPr sz="1650" b="1">
                <a:solidFill>
                  <a:srgbClr val="E3B45E"/>
                </a:solidFill>
              </a:defRPr>
            </a:lvl4pPr>
            <a:lvl5pPr algn="l">
              <a:defRPr sz="1650" b="1">
                <a:solidFill>
                  <a:srgbClr val="E3B45E"/>
                </a:solidFill>
              </a:defRPr>
            </a:lvl5pPr>
            <a:lvl6pPr algn="l">
              <a:defRPr sz="1650" b="1">
                <a:solidFill>
                  <a:srgbClr val="E3B45E"/>
                </a:solidFill>
              </a:defRPr>
            </a:lvl6pPr>
            <a:lvl7pPr algn="l">
              <a:defRPr sz="1650" b="1">
                <a:solidFill>
                  <a:srgbClr val="E3B45E"/>
                </a:solidFill>
              </a:defRPr>
            </a:lvl7pPr>
            <a:lvl8pPr algn="l">
              <a:defRPr sz="1650" b="1">
                <a:solidFill>
                  <a:srgbClr val="E3B45E"/>
                </a:solidFill>
              </a:defRPr>
            </a:lvl8pPr>
            <a:lvl9pPr algn="l">
              <a:defRPr sz="1650" b="1">
                <a:solidFill>
                  <a:srgbClr val="E3B45E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3B45E"/>
                </a:solidFill>
              </a:defRPr>
            </a:pPr>
            <a:r>
              <a:rPr sz="1650" b="1">
                <a:solidFill>
                  <a:srgbClr val="E3B45E"/>
                </a:solidFill>
              </a:rPr>
              <a:t>Pendiente de integración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17720-C3B5-4F37-9DF9-5082EE68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52600"/>
            <a:ext cx="47625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4E8D8"/>
                </a:solidFill>
              </a:defRPr>
            </a:defPPr>
            <a:lvl1pPr algn="l">
              <a:defRPr sz="1575" b="0">
                <a:solidFill>
                  <a:srgbClr val="F4E8D8"/>
                </a:solidFill>
              </a:defRPr>
            </a:lvl1pPr>
            <a:lvl2pPr algn="l">
              <a:defRPr sz="1575" b="0">
                <a:solidFill>
                  <a:srgbClr val="F4E8D8"/>
                </a:solidFill>
              </a:defRPr>
            </a:lvl2pPr>
            <a:lvl3pPr algn="l">
              <a:defRPr sz="1575" b="0">
                <a:solidFill>
                  <a:srgbClr val="F4E8D8"/>
                </a:solidFill>
              </a:defRPr>
            </a:lvl3pPr>
            <a:lvl4pPr algn="l">
              <a:defRPr sz="1575" b="0">
                <a:solidFill>
                  <a:srgbClr val="F4E8D8"/>
                </a:solidFill>
              </a:defRPr>
            </a:lvl4pPr>
            <a:lvl5pPr algn="l">
              <a:defRPr sz="1575" b="0">
                <a:solidFill>
                  <a:srgbClr val="F4E8D8"/>
                </a:solidFill>
              </a:defRPr>
            </a:lvl5pPr>
            <a:lvl6pPr algn="l">
              <a:defRPr sz="1575" b="0">
                <a:solidFill>
                  <a:srgbClr val="F4E8D8"/>
                </a:solidFill>
              </a:defRPr>
            </a:lvl6pPr>
            <a:lvl7pPr algn="l">
              <a:defRPr sz="1575" b="0">
                <a:solidFill>
                  <a:srgbClr val="F4E8D8"/>
                </a:solidFill>
              </a:defRPr>
            </a:lvl7pPr>
            <a:lvl8pPr algn="l">
              <a:defRPr sz="1575" b="0">
                <a:solidFill>
                  <a:srgbClr val="F4E8D8"/>
                </a:solidFill>
              </a:defRPr>
            </a:lvl8pPr>
            <a:lvl9pPr algn="l">
              <a:defRPr sz="1575" b="0">
                <a:solidFill>
                  <a:srgbClr val="F4E8D8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E8D8"/>
                </a:solidFill>
              </a:defRPr>
            </a:pPr>
            <a:r>
              <a:rPr sz="1575" b="0">
                <a:solidFill>
                  <a:srgbClr val="F4E8D8"/>
                </a:solidFill>
              </a:rPr>
              <a:t>Implementación de Feature Flags</a:t>
            </a:r>
          </a:p>
          <a:p xmlns:a="http://schemas.openxmlformats.org/drawingml/2006/main">
            <a:pPr algn="l">
              <a:defRPr sz="1575" b="0">
                <a:solidFill>
                  <a:srgbClr val="F4E8D8"/>
                </a:solidFill>
              </a:defRPr>
            </a:pPr>
            <a:r>
              <a:rPr sz="1575" b="0">
                <a:solidFill>
                  <a:srgbClr val="F4E8D8"/>
                </a:solidFill>
              </a:rPr>
              <a:t>Código Terraform y proveedor elegido</a:t>
            </a:r>
          </a:p>
          <a:p xmlns:a="http://schemas.openxmlformats.org/drawingml/2006/main">
            <a:pPr algn="l">
              <a:defRPr sz="1575" b="0">
                <a:solidFill>
                  <a:srgbClr val="F4E8D8"/>
                </a:solidFill>
              </a:defRPr>
            </a:pPr>
            <a:r>
              <a:rPr sz="1575" b="0">
                <a:solidFill>
                  <a:srgbClr val="F4E8D8"/>
                </a:solidFill>
              </a:rPr>
              <a:t>Pruebas cruzadas entre ramas</a:t>
            </a:r>
          </a:p>
          <a:p xmlns:a="http://schemas.openxmlformats.org/drawingml/2006/main">
            <a:pPr algn="l">
              <a:defRPr sz="1575" b="0">
                <a:solidFill>
                  <a:srgbClr val="F4E8D8"/>
                </a:solidFill>
              </a:defRPr>
            </a:pPr>
            <a:r>
              <a:rPr sz="1575" b="0">
                <a:solidFill>
                  <a:srgbClr val="F4E8D8"/>
                </a:solidFill>
              </a:rPr>
              <a:t>Evidencia final del equipo</a:t>
            </a:r>
          </a:p>
          <a:p xmlns:a="http://schemas.openxmlformats.org/drawingml/2006/main">
            <a:pPr algn="l">
              <a:defRPr sz="1575" b="0">
                <a:solidFill>
                  <a:srgbClr val="F4E8D8"/>
                </a:solidFill>
              </a:defRPr>
            </a:pPr>
            <a:r>
              <a:rPr sz="1575" b="0">
                <a:solidFill>
                  <a:srgbClr val="F4E8D8"/>
                </a:solidFill>
              </a:rPr>
              <a:t>Merge y validación en main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0F675-B62D-45B2-9E03-C03F9398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E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4908B-C3B7-4899-9888-DC9F4DFA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FFFDFC"/>
                </a:solidFill>
              </a:defRPr>
            </a:defPPr>
            <a:lvl1pPr algn="ctr">
              <a:defRPr sz="2250" b="1">
                <a:solidFill>
                  <a:srgbClr val="FFFDFC"/>
                </a:solidFill>
              </a:defRPr>
            </a:lvl1pPr>
            <a:lvl2pPr algn="ctr">
              <a:defRPr sz="2250" b="1">
                <a:solidFill>
                  <a:srgbClr val="FFFDFC"/>
                </a:solidFill>
              </a:defRPr>
            </a:lvl2pPr>
            <a:lvl3pPr algn="ctr">
              <a:defRPr sz="2250" b="1">
                <a:solidFill>
                  <a:srgbClr val="FFFDFC"/>
                </a:solidFill>
              </a:defRPr>
            </a:lvl3pPr>
            <a:lvl4pPr algn="ctr">
              <a:defRPr sz="2250" b="1">
                <a:solidFill>
                  <a:srgbClr val="FFFDFC"/>
                </a:solidFill>
              </a:defRPr>
            </a:lvl4pPr>
            <a:lvl5pPr algn="ctr">
              <a:defRPr sz="2250" b="1">
                <a:solidFill>
                  <a:srgbClr val="FFFDFC"/>
                </a:solidFill>
              </a:defRPr>
            </a:lvl5pPr>
            <a:lvl6pPr algn="ctr">
              <a:defRPr sz="2250" b="1">
                <a:solidFill>
                  <a:srgbClr val="FFFDFC"/>
                </a:solidFill>
              </a:defRPr>
            </a:lvl6pPr>
            <a:lvl7pPr algn="ctr">
              <a:defRPr sz="2250" b="1">
                <a:solidFill>
                  <a:srgbClr val="FFFDFC"/>
                </a:solidFill>
              </a:defRPr>
            </a:lvl7pPr>
            <a:lvl8pPr algn="ctr">
              <a:defRPr sz="2250" b="1">
                <a:solidFill>
                  <a:srgbClr val="FFFDFC"/>
                </a:solidFill>
              </a:defRPr>
            </a:lvl8pPr>
            <a:lvl9pPr algn="ctr">
              <a:defRPr sz="2250" b="1">
                <a:solidFill>
                  <a:srgbClr val="FFFDFC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DFC"/>
                </a:solidFill>
              </a:defRPr>
            </a:pPr>
            <a:r>
              <a:rPr sz="2250" b="1">
                <a:solidFill>
                  <a:srgbClr val="FFFDFC"/>
                </a:solidFill>
              </a:rPr>
              <a:t>El objetivo común: entregar cambios con menor riesgo y con evidencia reproducible.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E1F375-BEF6-4711-B440-4CAFDC44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C47A45"/>
                </a:solidFill>
              </a:defRPr>
            </a:defPPr>
            <a:lvl1pPr algn="ctr">
              <a:defRPr sz="1500" b="1">
                <a:solidFill>
                  <a:srgbClr val="C47A45"/>
                </a:solidFill>
              </a:defRPr>
            </a:lvl1pPr>
            <a:lvl2pPr algn="ctr">
              <a:defRPr sz="1500" b="1">
                <a:solidFill>
                  <a:srgbClr val="C47A45"/>
                </a:solidFill>
              </a:defRPr>
            </a:lvl2pPr>
            <a:lvl3pPr algn="ctr">
              <a:defRPr sz="1500" b="1">
                <a:solidFill>
                  <a:srgbClr val="C47A45"/>
                </a:solidFill>
              </a:defRPr>
            </a:lvl3pPr>
            <a:lvl4pPr algn="ctr">
              <a:defRPr sz="1500" b="1">
                <a:solidFill>
                  <a:srgbClr val="C47A45"/>
                </a:solidFill>
              </a:defRPr>
            </a:lvl4pPr>
            <a:lvl5pPr algn="ctr">
              <a:defRPr sz="1500" b="1">
                <a:solidFill>
                  <a:srgbClr val="C47A45"/>
                </a:solidFill>
              </a:defRPr>
            </a:lvl5pPr>
            <a:lvl6pPr algn="ctr">
              <a:defRPr sz="1500" b="1">
                <a:solidFill>
                  <a:srgbClr val="C47A45"/>
                </a:solidFill>
              </a:defRPr>
            </a:lvl6pPr>
            <a:lvl7pPr algn="ctr">
              <a:defRPr sz="1500" b="1">
                <a:solidFill>
                  <a:srgbClr val="C47A45"/>
                </a:solidFill>
              </a:defRPr>
            </a:lvl7pPr>
            <a:lvl8pPr algn="ctr">
              <a:defRPr sz="1500" b="1">
                <a:solidFill>
                  <a:srgbClr val="C47A45"/>
                </a:solidFill>
              </a:defRPr>
            </a:lvl8pPr>
            <a:lvl9pPr algn="ctr">
              <a:defRPr sz="1500" b="1">
                <a:solidFill>
                  <a:srgbClr val="C47A45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C47A45"/>
                </a:solidFill>
              </a:defRPr>
            </a:pPr>
            <a:r>
              <a:rPr sz="1500" b="1">
                <a:solidFill>
                  <a:srgbClr val="C47A45"/>
                </a:solidFill>
              </a:rPr>
              <a:t>CoffeeQueue mantiene el flujo de pedidos mientras evoluciona la plataforma.</a:t>
            </a:r>
          </a:p>
        </p:txBody>
      </p:sp>
    </p:spTree>
    <p:extLst>
      <p:ext uri="{BB962C8B-B14F-4D97-AF65-F5344CB8AC3E}">
        <p14:creationId xmlns:p14="http://schemas.microsoft.com/office/powerpoint/2010/main" val="8446154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2026-10-24T21:03:59.9380000Z</dcterms:created>
  <dcterms:modified xsi:type="dcterms:W3CDTF">2026-10-24T21:03:59.9380000Z</dcterms:modified>
</coreProperties>
</file>